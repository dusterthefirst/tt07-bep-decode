
<file path=[Content_Types].xml><?xml version="1.0" encoding="utf-8"?>
<Types xmlns="http://schemas.openxmlformats.org/package/2006/content-types">
  <Default Extension="jpeg" ContentType="image/jpeg"/>
  <Default Extension="jpg" ContentType="image/jpeg"/>
  <Default Extension="mov" ContentType="video/quicktime"/>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13_3C96AE7.xml" ContentType="application/vnd.ms-powerpoint.comments+xml"/>
  <Override PartName="/ppt/notesSlides/notesSlide2.xml" ContentType="application/vnd.openxmlformats-officedocument.presentationml.notesSlide+xml"/>
  <Override PartName="/ppt/comments/modernComment_114_704F5AA.xml" ContentType="application/vnd.ms-powerpoint.comments+xml"/>
  <Override PartName="/ppt/notesSlides/notesSlide3.xml" ContentType="application/vnd.openxmlformats-officedocument.presentationml.notesSlide+xml"/>
  <Override PartName="/ppt/comments/modernComment_116_FCB32604.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17_E4A7139D.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omments/modernComment_118_8FAFD5D1.xml" ContentType="application/vnd.ms-powerpoint.comment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1B_CE0CAC23.xml" ContentType="application/vnd.ms-powerpoint.comments+xml"/>
  <Override PartName="/ppt/notesSlides/notesSlide13.xml" ContentType="application/vnd.openxmlformats-officedocument.presentationml.notesSlide+xml"/>
  <Override PartName="/ppt/comments/modernComment_123_15CC7EBA.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s/modernComment_11E_34F0B9E5.xml" ContentType="application/vnd.ms-powerpoint.comments+xml"/>
  <Override PartName="/ppt/notesSlides/notesSlide1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sldIdLst>
    <p:sldId id="275" r:id="rId2"/>
    <p:sldId id="276" r:id="rId3"/>
    <p:sldId id="278" r:id="rId4"/>
    <p:sldId id="292" r:id="rId5"/>
    <p:sldId id="293" r:id="rId6"/>
    <p:sldId id="279" r:id="rId7"/>
    <p:sldId id="287" r:id="rId8"/>
    <p:sldId id="288" r:id="rId9"/>
    <p:sldId id="280" r:id="rId10"/>
    <p:sldId id="282" r:id="rId11"/>
    <p:sldId id="290" r:id="rId12"/>
    <p:sldId id="283" r:id="rId13"/>
    <p:sldId id="291" r:id="rId14"/>
    <p:sldId id="266" r:id="rId15"/>
    <p:sldId id="273" r:id="rId16"/>
    <p:sldId id="274" r:id="rId17"/>
    <p:sldId id="286" r:id="rId18"/>
    <p:sldId id="29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0D99099-A28B-4BB8-8EC2-9520083AAD3D}">
          <p14:sldIdLst>
            <p14:sldId id="275"/>
            <p14:sldId id="276"/>
            <p14:sldId id="278"/>
            <p14:sldId id="292"/>
            <p14:sldId id="293"/>
          </p14:sldIdLst>
        </p14:section>
        <p14:section name="State Machine" id="{65D10F4F-240A-4FDC-84E5-AC612F88C83C}">
          <p14:sldIdLst>
            <p14:sldId id="279"/>
            <p14:sldId id="287"/>
            <p14:sldId id="288"/>
          </p14:sldIdLst>
        </p14:section>
        <p14:section name="Data Frame" id="{EE21FBD5-A554-40C0-862E-FCCF111BA4F1}">
          <p14:sldIdLst>
            <p14:sldId id="280"/>
          </p14:sldIdLst>
        </p14:section>
        <p14:section name="Optimization" id="{1AF9BCBC-CE1E-441A-929C-2678AE60249B}">
          <p14:sldIdLst>
            <p14:sldId id="282"/>
            <p14:sldId id="290"/>
          </p14:sldIdLst>
        </p14:section>
        <p14:section name="Testing" id="{FB041DCC-71B1-4FFB-9F31-15244DE5D1A4}">
          <p14:sldIdLst>
            <p14:sldId id="283"/>
            <p14:sldId id="291"/>
          </p14:sldIdLst>
        </p14:section>
        <p14:section name="Demo" id="{015A7179-50D0-4FFE-A628-8CBE8C451438}">
          <p14:sldIdLst>
            <p14:sldId id="266"/>
            <p14:sldId id="273"/>
            <p14:sldId id="274"/>
          </p14:sldIdLst>
        </p14:section>
        <p14:section name="Takeaway" id="{E468A195-DD38-49E3-B8FB-2476E0E88EC4}">
          <p14:sldIdLst>
            <p14:sldId id="286"/>
            <p14:sldId id="294"/>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3B17C9-EE8F-C9CD-ADB4-F7C335547A7D}" name="Kohnen, Zachary" initials="ZK" userId="S::z.j.kohnen@student.tue.nl::6c1fe754-db72-4bb0-a134-904fa1cc616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500"/>
    <a:srgbClr val="FFE080"/>
    <a:srgbClr val="8CB592"/>
    <a:srgbClr val="C81919"/>
    <a:srgbClr val="156082"/>
    <a:srgbClr val="FFC000"/>
    <a:srgbClr val="196B2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4AAE2C-0E30-458A-9AB2-602BFB6732CC}" v="138" dt="2025-07-01T12:38:13.9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96" autoAdjust="0"/>
    <p:restoredTop sz="77818" autoAdjust="0"/>
  </p:normalViewPr>
  <p:slideViewPr>
    <p:cSldViewPr snapToGrid="0">
      <p:cViewPr varScale="1">
        <p:scale>
          <a:sx n="87" d="100"/>
          <a:sy n="87" d="100"/>
        </p:scale>
        <p:origin x="16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ohnen, Zachary" userId="6c1fe754-db72-4bb0-a134-904fa1cc616e" providerId="ADAL" clId="{DC4AAE2C-0E30-458A-9AB2-602BFB6732CC}"/>
    <pc:docChg chg="undo custSel addSld delSld modSld sldOrd addSection modSection">
      <pc:chgData name="Kohnen, Zachary" userId="6c1fe754-db72-4bb0-a134-904fa1cc616e" providerId="ADAL" clId="{DC4AAE2C-0E30-458A-9AB2-602BFB6732CC}" dt="2025-07-01T12:43:18.897" v="10384" actId="20577"/>
      <pc:docMkLst>
        <pc:docMk/>
      </pc:docMkLst>
      <pc:sldChg chg="del">
        <pc:chgData name="Kohnen, Zachary" userId="6c1fe754-db72-4bb0-a134-904fa1cc616e" providerId="ADAL" clId="{DC4AAE2C-0E30-458A-9AB2-602BFB6732CC}" dt="2025-06-30T09:02:31.204" v="4636" actId="47"/>
        <pc:sldMkLst>
          <pc:docMk/>
          <pc:sldMk cId="1450899837" sldId="256"/>
        </pc:sldMkLst>
      </pc:sldChg>
      <pc:sldChg chg="modSp del mod">
        <pc:chgData name="Kohnen, Zachary" userId="6c1fe754-db72-4bb0-a134-904fa1cc616e" providerId="ADAL" clId="{DC4AAE2C-0E30-458A-9AB2-602BFB6732CC}" dt="2025-06-29T20:56:14.561" v="1301" actId="47"/>
        <pc:sldMkLst>
          <pc:docMk/>
          <pc:sldMk cId="232587477" sldId="258"/>
        </pc:sldMkLst>
      </pc:sldChg>
      <pc:sldChg chg="addSp delSp modSp mod modNotesTx">
        <pc:chgData name="Kohnen, Zachary" userId="6c1fe754-db72-4bb0-a134-904fa1cc616e" providerId="ADAL" clId="{DC4AAE2C-0E30-458A-9AB2-602BFB6732CC}" dt="2025-06-30T07:20:58.179" v="4525" actId="20577"/>
        <pc:sldMkLst>
          <pc:docMk/>
          <pc:sldMk cId="4191391378" sldId="259"/>
        </pc:sldMkLst>
      </pc:sldChg>
      <pc:sldChg chg="addSp delSp modSp mod modNotesTx">
        <pc:chgData name="Kohnen, Zachary" userId="6c1fe754-db72-4bb0-a134-904fa1cc616e" providerId="ADAL" clId="{DC4AAE2C-0E30-458A-9AB2-602BFB6732CC}" dt="2025-06-29T21:08:00.823" v="2559" actId="20577"/>
        <pc:sldMkLst>
          <pc:docMk/>
          <pc:sldMk cId="3801816599" sldId="260"/>
        </pc:sldMkLst>
      </pc:sldChg>
      <pc:sldChg chg="modNotesTx">
        <pc:chgData name="Kohnen, Zachary" userId="6c1fe754-db72-4bb0-a134-904fa1cc616e" providerId="ADAL" clId="{DC4AAE2C-0E30-458A-9AB2-602BFB6732CC}" dt="2025-06-29T21:16:43.090" v="3588" actId="20577"/>
        <pc:sldMkLst>
          <pc:docMk/>
          <pc:sldMk cId="355598881" sldId="263"/>
        </pc:sldMkLst>
      </pc:sldChg>
      <pc:sldChg chg="modSp mod modNotesTx">
        <pc:chgData name="Kohnen, Zachary" userId="6c1fe754-db72-4bb0-a134-904fa1cc616e" providerId="ADAL" clId="{DC4AAE2C-0E30-458A-9AB2-602BFB6732CC}" dt="2025-06-30T07:22:24.595" v="4635" actId="20577"/>
        <pc:sldMkLst>
          <pc:docMk/>
          <pc:sldMk cId="3290000141" sldId="264"/>
        </pc:sldMkLst>
        <pc:spChg chg="mod">
          <ac:chgData name="Kohnen, Zachary" userId="6c1fe754-db72-4bb0-a134-904fa1cc616e" providerId="ADAL" clId="{DC4AAE2C-0E30-458A-9AB2-602BFB6732CC}" dt="2025-06-30T07:22:24.595" v="4635" actId="20577"/>
          <ac:spMkLst>
            <pc:docMk/>
            <pc:sldMk cId="3290000141" sldId="264"/>
            <ac:spMk id="3" creationId="{3526973F-CFEC-273A-BD1F-B45EC69823AF}"/>
          </ac:spMkLst>
        </pc:spChg>
      </pc:sldChg>
      <pc:sldChg chg="modSp mod modNotesTx">
        <pc:chgData name="Kohnen, Zachary" userId="6c1fe754-db72-4bb0-a134-904fa1cc616e" providerId="ADAL" clId="{DC4AAE2C-0E30-458A-9AB2-602BFB6732CC}" dt="2025-06-29T21:19:10.691" v="3689" actId="20577"/>
        <pc:sldMkLst>
          <pc:docMk/>
          <pc:sldMk cId="2275603114" sldId="265"/>
        </pc:sldMkLst>
      </pc:sldChg>
      <pc:sldChg chg="delSp modSp mod modNotesTx">
        <pc:chgData name="Kohnen, Zachary" userId="6c1fe754-db72-4bb0-a134-904fa1cc616e" providerId="ADAL" clId="{DC4AAE2C-0E30-458A-9AB2-602BFB6732CC}" dt="2025-07-01T10:11:01.004" v="9751" actId="20577"/>
        <pc:sldMkLst>
          <pc:docMk/>
          <pc:sldMk cId="2892409480" sldId="266"/>
        </pc:sldMkLst>
        <pc:spChg chg="del">
          <ac:chgData name="Kohnen, Zachary" userId="6c1fe754-db72-4bb0-a134-904fa1cc616e" providerId="ADAL" clId="{DC4AAE2C-0E30-458A-9AB2-602BFB6732CC}" dt="2025-06-30T09:11:42.702" v="5227" actId="478"/>
          <ac:spMkLst>
            <pc:docMk/>
            <pc:sldMk cId="2892409480" sldId="266"/>
            <ac:spMk id="2" creationId="{9F4A82A6-F186-76A6-2902-E093A690A95C}"/>
          </ac:spMkLst>
        </pc:spChg>
        <pc:spChg chg="mod">
          <ac:chgData name="Kohnen, Zachary" userId="6c1fe754-db72-4bb0-a134-904fa1cc616e" providerId="ADAL" clId="{DC4AAE2C-0E30-458A-9AB2-602BFB6732CC}" dt="2025-07-01T10:11:01.004" v="9751" actId="20577"/>
          <ac:spMkLst>
            <pc:docMk/>
            <pc:sldMk cId="2892409480" sldId="266"/>
            <ac:spMk id="6" creationId="{3103F4FE-B522-14C0-957E-868D29100E73}"/>
          </ac:spMkLst>
        </pc:spChg>
        <pc:spChg chg="del">
          <ac:chgData name="Kohnen, Zachary" userId="6c1fe754-db72-4bb0-a134-904fa1cc616e" providerId="ADAL" clId="{DC4AAE2C-0E30-458A-9AB2-602BFB6732CC}" dt="2025-06-30T09:11:40.159" v="5226" actId="478"/>
          <ac:spMkLst>
            <pc:docMk/>
            <pc:sldMk cId="2892409480" sldId="266"/>
            <ac:spMk id="7" creationId="{2A78570F-6F32-B220-71C6-5C52EA945A9F}"/>
          </ac:spMkLst>
        </pc:spChg>
        <pc:spChg chg="del">
          <ac:chgData name="Kohnen, Zachary" userId="6c1fe754-db72-4bb0-a134-904fa1cc616e" providerId="ADAL" clId="{DC4AAE2C-0E30-458A-9AB2-602BFB6732CC}" dt="2025-06-30T09:11:44.435" v="5228" actId="478"/>
          <ac:spMkLst>
            <pc:docMk/>
            <pc:sldMk cId="2892409480" sldId="266"/>
            <ac:spMk id="8" creationId="{0FD8E7A2-C6D7-E0B6-823D-10BF87C7449B}"/>
          </ac:spMkLst>
        </pc:spChg>
      </pc:sldChg>
      <pc:sldChg chg="modSp mod modNotesTx">
        <pc:chgData name="Kohnen, Zachary" userId="6c1fe754-db72-4bb0-a134-904fa1cc616e" providerId="ADAL" clId="{DC4AAE2C-0E30-458A-9AB2-602BFB6732CC}" dt="2025-06-29T21:11:27.095" v="2725" actId="1076"/>
        <pc:sldMkLst>
          <pc:docMk/>
          <pc:sldMk cId="2071768865" sldId="267"/>
        </pc:sldMkLst>
      </pc:sldChg>
      <pc:sldChg chg="modNotesTx">
        <pc:chgData name="Kohnen, Zachary" userId="6c1fe754-db72-4bb0-a134-904fa1cc616e" providerId="ADAL" clId="{DC4AAE2C-0E30-458A-9AB2-602BFB6732CC}" dt="2025-06-29T21:09:11.702" v="2584" actId="20577"/>
        <pc:sldMkLst>
          <pc:docMk/>
          <pc:sldMk cId="4260723675" sldId="268"/>
        </pc:sldMkLst>
      </pc:sldChg>
      <pc:sldChg chg="addSp delSp mod modNotesTx">
        <pc:chgData name="Kohnen, Zachary" userId="6c1fe754-db72-4bb0-a134-904fa1cc616e" providerId="ADAL" clId="{DC4AAE2C-0E30-458A-9AB2-602BFB6732CC}" dt="2025-06-29T21:12:38.827" v="3052" actId="6549"/>
        <pc:sldMkLst>
          <pc:docMk/>
          <pc:sldMk cId="883701584" sldId="269"/>
        </pc:sldMkLst>
      </pc:sldChg>
      <pc:sldChg chg="modNotesTx">
        <pc:chgData name="Kohnen, Zachary" userId="6c1fe754-db72-4bb0-a134-904fa1cc616e" providerId="ADAL" clId="{DC4AAE2C-0E30-458A-9AB2-602BFB6732CC}" dt="2025-06-29T21:14:52.319" v="3363" actId="6549"/>
        <pc:sldMkLst>
          <pc:docMk/>
          <pc:sldMk cId="2807138495" sldId="270"/>
        </pc:sldMkLst>
      </pc:sldChg>
      <pc:sldChg chg="modNotesTx">
        <pc:chgData name="Kohnen, Zachary" userId="6c1fe754-db72-4bb0-a134-904fa1cc616e" providerId="ADAL" clId="{DC4AAE2C-0E30-458A-9AB2-602BFB6732CC}" dt="2025-06-29T21:23:07.082" v="4281" actId="20577"/>
        <pc:sldMkLst>
          <pc:docMk/>
          <pc:sldMk cId="967961795" sldId="271"/>
        </pc:sldMkLst>
      </pc:sldChg>
      <pc:sldChg chg="modNotesTx">
        <pc:chgData name="Kohnen, Zachary" userId="6c1fe754-db72-4bb0-a134-904fa1cc616e" providerId="ADAL" clId="{DC4AAE2C-0E30-458A-9AB2-602BFB6732CC}" dt="2025-06-29T21:21:02.664" v="3867" actId="20577"/>
        <pc:sldMkLst>
          <pc:docMk/>
          <pc:sldMk cId="1266711402" sldId="272"/>
        </pc:sldMkLst>
      </pc:sldChg>
      <pc:sldChg chg="delSp mod modNotesTx">
        <pc:chgData name="Kohnen, Zachary" userId="6c1fe754-db72-4bb0-a134-904fa1cc616e" providerId="ADAL" clId="{DC4AAE2C-0E30-458A-9AB2-602BFB6732CC}" dt="2025-06-30T09:12:17.926" v="5230" actId="478"/>
        <pc:sldMkLst>
          <pc:docMk/>
          <pc:sldMk cId="2334817371" sldId="273"/>
        </pc:sldMkLst>
        <pc:spChg chg="del">
          <ac:chgData name="Kohnen, Zachary" userId="6c1fe754-db72-4bb0-a134-904fa1cc616e" providerId="ADAL" clId="{DC4AAE2C-0E30-458A-9AB2-602BFB6732CC}" dt="2025-06-30T09:12:17.926" v="5230" actId="478"/>
          <ac:spMkLst>
            <pc:docMk/>
            <pc:sldMk cId="2334817371" sldId="273"/>
            <ac:spMk id="3" creationId="{B7E31B5B-5D4E-96B4-4342-A187FA5F8B91}"/>
          </ac:spMkLst>
        </pc:spChg>
        <pc:spChg chg="del">
          <ac:chgData name="Kohnen, Zachary" userId="6c1fe754-db72-4bb0-a134-904fa1cc616e" providerId="ADAL" clId="{DC4AAE2C-0E30-458A-9AB2-602BFB6732CC}" dt="2025-06-30T09:12:17.926" v="5230" actId="478"/>
          <ac:spMkLst>
            <pc:docMk/>
            <pc:sldMk cId="2334817371" sldId="273"/>
            <ac:spMk id="4" creationId="{E6EAA8CB-2F9E-5911-25AC-75614B5E3E7D}"/>
          </ac:spMkLst>
        </pc:spChg>
        <pc:spChg chg="del">
          <ac:chgData name="Kohnen, Zachary" userId="6c1fe754-db72-4bb0-a134-904fa1cc616e" providerId="ADAL" clId="{DC4AAE2C-0E30-458A-9AB2-602BFB6732CC}" dt="2025-06-30T09:11:46.957" v="5229" actId="478"/>
          <ac:spMkLst>
            <pc:docMk/>
            <pc:sldMk cId="2334817371" sldId="273"/>
            <ac:spMk id="5" creationId="{06B0B2C5-8C95-F0FF-56EC-16AA3F69B3E5}"/>
          </ac:spMkLst>
        </pc:spChg>
      </pc:sldChg>
      <pc:sldChg chg="delSp mod modNotesTx">
        <pc:chgData name="Kohnen, Zachary" userId="6c1fe754-db72-4bb0-a134-904fa1cc616e" providerId="ADAL" clId="{DC4AAE2C-0E30-458A-9AB2-602BFB6732CC}" dt="2025-06-30T09:12:22.512" v="5231" actId="478"/>
        <pc:sldMkLst>
          <pc:docMk/>
          <pc:sldMk cId="2544047938" sldId="274"/>
        </pc:sldMkLst>
        <pc:spChg chg="del">
          <ac:chgData name="Kohnen, Zachary" userId="6c1fe754-db72-4bb0-a134-904fa1cc616e" providerId="ADAL" clId="{DC4AAE2C-0E30-458A-9AB2-602BFB6732CC}" dt="2025-06-30T09:12:22.512" v="5231" actId="478"/>
          <ac:spMkLst>
            <pc:docMk/>
            <pc:sldMk cId="2544047938" sldId="274"/>
            <ac:spMk id="3" creationId="{913D4515-7394-0E1E-F5DE-A02AADF886DA}"/>
          </ac:spMkLst>
        </pc:spChg>
        <pc:spChg chg="del">
          <ac:chgData name="Kohnen, Zachary" userId="6c1fe754-db72-4bb0-a134-904fa1cc616e" providerId="ADAL" clId="{DC4AAE2C-0E30-458A-9AB2-602BFB6732CC}" dt="2025-06-30T09:12:22.512" v="5231" actId="478"/>
          <ac:spMkLst>
            <pc:docMk/>
            <pc:sldMk cId="2544047938" sldId="274"/>
            <ac:spMk id="4" creationId="{B73FCE2E-0710-3AB6-2183-7BC7962818C0}"/>
          </ac:spMkLst>
        </pc:spChg>
        <pc:spChg chg="del">
          <ac:chgData name="Kohnen, Zachary" userId="6c1fe754-db72-4bb0-a134-904fa1cc616e" providerId="ADAL" clId="{DC4AAE2C-0E30-458A-9AB2-602BFB6732CC}" dt="2025-06-30T09:12:22.512" v="5231" actId="478"/>
          <ac:spMkLst>
            <pc:docMk/>
            <pc:sldMk cId="2544047938" sldId="274"/>
            <ac:spMk id="5" creationId="{6F5638D0-A612-059A-2A89-FDDC666D5E94}"/>
          </ac:spMkLst>
        </pc:spChg>
      </pc:sldChg>
      <pc:sldChg chg="modSp mod modNotesTx">
        <pc:chgData name="Kohnen, Zachary" userId="6c1fe754-db72-4bb0-a134-904fa1cc616e" providerId="ADAL" clId="{DC4AAE2C-0E30-458A-9AB2-602BFB6732CC}" dt="2025-07-01T08:29:00.533" v="7704" actId="27636"/>
        <pc:sldMkLst>
          <pc:docMk/>
          <pc:sldMk cId="63531751" sldId="275"/>
        </pc:sldMkLst>
        <pc:spChg chg="mod">
          <ac:chgData name="Kohnen, Zachary" userId="6c1fe754-db72-4bb0-a134-904fa1cc616e" providerId="ADAL" clId="{DC4AAE2C-0E30-458A-9AB2-602BFB6732CC}" dt="2025-07-01T08:29:00.533" v="7704" actId="27636"/>
          <ac:spMkLst>
            <pc:docMk/>
            <pc:sldMk cId="63531751" sldId="275"/>
            <ac:spMk id="2" creationId="{A39A85AA-BCC3-00D6-F9C0-A156F4C1ED8C}"/>
          </ac:spMkLst>
        </pc:spChg>
        <pc:spChg chg="mod">
          <ac:chgData name="Kohnen, Zachary" userId="6c1fe754-db72-4bb0-a134-904fa1cc616e" providerId="ADAL" clId="{DC4AAE2C-0E30-458A-9AB2-602BFB6732CC}" dt="2025-06-30T09:29:02.077" v="5248" actId="20577"/>
          <ac:spMkLst>
            <pc:docMk/>
            <pc:sldMk cId="63531751" sldId="275"/>
            <ac:spMk id="3" creationId="{715B2ABE-C50B-3621-1417-7E9BACA14B1D}"/>
          </ac:spMkLst>
        </pc:spChg>
      </pc:sldChg>
      <pc:sldChg chg="addSp delSp modSp mod modNotesTx">
        <pc:chgData name="Kohnen, Zachary" userId="6c1fe754-db72-4bb0-a134-904fa1cc616e" providerId="ADAL" clId="{DC4AAE2C-0E30-458A-9AB2-602BFB6732CC}" dt="2025-07-01T12:43:18.897" v="10384" actId="20577"/>
        <pc:sldMkLst>
          <pc:docMk/>
          <pc:sldMk cId="117765546" sldId="276"/>
        </pc:sldMkLst>
        <pc:spChg chg="mod">
          <ac:chgData name="Kohnen, Zachary" userId="6c1fe754-db72-4bb0-a134-904fa1cc616e" providerId="ADAL" clId="{DC4AAE2C-0E30-458A-9AB2-602BFB6732CC}" dt="2025-06-30T12:02:30.927" v="7675" actId="20577"/>
          <ac:spMkLst>
            <pc:docMk/>
            <pc:sldMk cId="117765546" sldId="276"/>
            <ac:spMk id="8" creationId="{80D7EC9A-A056-EA15-9369-A12F23971E0C}"/>
          </ac:spMkLst>
        </pc:spChg>
        <pc:spChg chg="mod">
          <ac:chgData name="Kohnen, Zachary" userId="6c1fe754-db72-4bb0-a134-904fa1cc616e" providerId="ADAL" clId="{DC4AAE2C-0E30-458A-9AB2-602BFB6732CC}" dt="2025-07-01T08:32:20.420" v="7799" actId="20577"/>
          <ac:spMkLst>
            <pc:docMk/>
            <pc:sldMk cId="117765546" sldId="276"/>
            <ac:spMk id="11" creationId="{6D13CFFF-D1BF-E42A-36E6-168137F07102}"/>
          </ac:spMkLst>
        </pc:spChg>
        <pc:spChg chg="add mod">
          <ac:chgData name="Kohnen, Zachary" userId="6c1fe754-db72-4bb0-a134-904fa1cc616e" providerId="ADAL" clId="{DC4AAE2C-0E30-458A-9AB2-602BFB6732CC}" dt="2025-07-01T08:38:03.814" v="7991" actId="1035"/>
          <ac:spMkLst>
            <pc:docMk/>
            <pc:sldMk cId="117765546" sldId="276"/>
            <ac:spMk id="16" creationId="{94CEB0A1-57E2-02CF-4561-08A78BBFA236}"/>
          </ac:spMkLst>
        </pc:spChg>
        <pc:picChg chg="add del mod ord">
          <ac:chgData name="Kohnen, Zachary" userId="6c1fe754-db72-4bb0-a134-904fa1cc616e" providerId="ADAL" clId="{DC4AAE2C-0E30-458A-9AB2-602BFB6732CC}" dt="2025-07-01T08:37:41.093" v="7979" actId="478"/>
          <ac:picMkLst>
            <pc:docMk/>
            <pc:sldMk cId="117765546" sldId="276"/>
            <ac:picMk id="9" creationId="{E5AC0CDC-AEAE-47B4-F088-83A7939E4FD8}"/>
          </ac:picMkLst>
        </pc:picChg>
        <pc:picChg chg="mod">
          <ac:chgData name="Kohnen, Zachary" userId="6c1fe754-db72-4bb0-a134-904fa1cc616e" providerId="ADAL" clId="{DC4AAE2C-0E30-458A-9AB2-602BFB6732CC}" dt="2025-06-30T11:10:00.448" v="5914" actId="1076"/>
          <ac:picMkLst>
            <pc:docMk/>
            <pc:sldMk cId="117765546" sldId="276"/>
            <ac:picMk id="12" creationId="{064E7F36-C900-F584-B024-974D480C1EB0}"/>
          </ac:picMkLst>
        </pc:picChg>
        <pc:picChg chg="mod">
          <ac:chgData name="Kohnen, Zachary" userId="6c1fe754-db72-4bb0-a134-904fa1cc616e" providerId="ADAL" clId="{DC4AAE2C-0E30-458A-9AB2-602BFB6732CC}" dt="2025-06-30T11:09:21.939" v="5910" actId="1076"/>
          <ac:picMkLst>
            <pc:docMk/>
            <pc:sldMk cId="117765546" sldId="276"/>
            <ac:picMk id="13" creationId="{D5ACE828-9906-C0D7-1CCD-3B15DEA8689A}"/>
          </ac:picMkLst>
        </pc:picChg>
        <pc:picChg chg="add del mod">
          <ac:chgData name="Kohnen, Zachary" userId="6c1fe754-db72-4bb0-a134-904fa1cc616e" providerId="ADAL" clId="{DC4AAE2C-0E30-458A-9AB2-602BFB6732CC}" dt="2025-07-01T08:38:30.180" v="7999" actId="21"/>
          <ac:picMkLst>
            <pc:docMk/>
            <pc:sldMk cId="117765546" sldId="276"/>
            <ac:picMk id="15" creationId="{05C90700-0A02-7A51-4C27-E8BC1D97982C}"/>
          </ac:picMkLst>
        </pc:picChg>
        <pc:picChg chg="add del mod modCrop">
          <ac:chgData name="Kohnen, Zachary" userId="6c1fe754-db72-4bb0-a134-904fa1cc616e" providerId="ADAL" clId="{DC4AAE2C-0E30-458A-9AB2-602BFB6732CC}" dt="2025-06-30T11:06:57.493" v="5850" actId="478"/>
          <ac:picMkLst>
            <pc:docMk/>
            <pc:sldMk cId="117765546" sldId="276"/>
            <ac:picMk id="17" creationId="{C03BE372-EA0E-6482-AA91-D397E676292E}"/>
          </ac:picMkLst>
        </pc:picChg>
        <pc:picChg chg="add mod">
          <ac:chgData name="Kohnen, Zachary" userId="6c1fe754-db72-4bb0-a134-904fa1cc616e" providerId="ADAL" clId="{DC4AAE2C-0E30-458A-9AB2-602BFB6732CC}" dt="2025-07-01T08:37:50.196" v="7986" actId="1037"/>
          <ac:picMkLst>
            <pc:docMk/>
            <pc:sldMk cId="117765546" sldId="276"/>
            <ac:picMk id="21" creationId="{DE668B7E-7AEA-3BCB-6FBB-1C8DB324AD8C}"/>
          </ac:picMkLst>
        </pc:picChg>
        <pc:picChg chg="add mod">
          <ac:chgData name="Kohnen, Zachary" userId="6c1fe754-db72-4bb0-a134-904fa1cc616e" providerId="ADAL" clId="{DC4AAE2C-0E30-458A-9AB2-602BFB6732CC}" dt="2025-06-30T11:13:58.637" v="5943"/>
          <ac:picMkLst>
            <pc:docMk/>
            <pc:sldMk cId="117765546" sldId="276"/>
            <ac:picMk id="26" creationId="{CD22296D-7472-B04D-2BE4-2A080435CD74}"/>
          </ac:picMkLst>
        </pc:picChg>
        <pc:picChg chg="add mod ord">
          <ac:chgData name="Kohnen, Zachary" userId="6c1fe754-db72-4bb0-a134-904fa1cc616e" providerId="ADAL" clId="{DC4AAE2C-0E30-458A-9AB2-602BFB6732CC}" dt="2025-07-01T08:37:06.420" v="7973" actId="1076"/>
          <ac:picMkLst>
            <pc:docMk/>
            <pc:sldMk cId="117765546" sldId="276"/>
            <ac:picMk id="27" creationId="{A08A4FB6-B7BF-AB9A-BFDA-731AE968367C}"/>
          </ac:picMkLst>
        </pc:picChg>
        <pc:cxnChg chg="add mod">
          <ac:chgData name="Kohnen, Zachary" userId="6c1fe754-db72-4bb0-a134-904fa1cc616e" providerId="ADAL" clId="{DC4AAE2C-0E30-458A-9AB2-602BFB6732CC}" dt="2025-07-01T08:38:08.670" v="7994" actId="1076"/>
          <ac:cxnSpMkLst>
            <pc:docMk/>
            <pc:sldMk cId="117765546" sldId="276"/>
            <ac:cxnSpMk id="4" creationId="{04E2A5D2-E3C8-B8D2-9182-F30E6334E8AB}"/>
          </ac:cxnSpMkLst>
        </pc:cxnChg>
        <pc:cxnChg chg="add mod">
          <ac:chgData name="Kohnen, Zachary" userId="6c1fe754-db72-4bb0-a134-904fa1cc616e" providerId="ADAL" clId="{DC4AAE2C-0E30-458A-9AB2-602BFB6732CC}" dt="2025-06-30T11:12:30.146" v="5930" actId="1582"/>
          <ac:cxnSpMkLst>
            <pc:docMk/>
            <pc:sldMk cId="117765546" sldId="276"/>
            <ac:cxnSpMk id="19" creationId="{46DE6878-C747-A9FC-E9ED-DFEEC57B2666}"/>
          </ac:cxnSpMkLst>
        </pc:cxnChg>
        <pc:cxnChg chg="add del mod">
          <ac:chgData name="Kohnen, Zachary" userId="6c1fe754-db72-4bb0-a134-904fa1cc616e" providerId="ADAL" clId="{DC4AAE2C-0E30-458A-9AB2-602BFB6732CC}" dt="2025-06-30T11:12:13.910" v="5927" actId="478"/>
          <ac:cxnSpMkLst>
            <pc:docMk/>
            <pc:sldMk cId="117765546" sldId="276"/>
            <ac:cxnSpMk id="21" creationId="{48B1E917-5CD5-39E3-D81D-3ECFE64B22A2}"/>
          </ac:cxnSpMkLst>
        </pc:cxnChg>
        <pc:cxnChg chg="add mod">
          <ac:chgData name="Kohnen, Zachary" userId="6c1fe754-db72-4bb0-a134-904fa1cc616e" providerId="ADAL" clId="{DC4AAE2C-0E30-458A-9AB2-602BFB6732CC}" dt="2025-07-01T08:38:07.020" v="7993"/>
          <ac:cxnSpMkLst>
            <pc:docMk/>
            <pc:sldMk cId="117765546" sldId="276"/>
            <ac:cxnSpMk id="22" creationId="{E06D8FD6-B2C5-C770-2B52-FD784CFF1103}"/>
          </ac:cxnSpMkLst>
        </pc:cxnChg>
        <pc:cxnChg chg="add mod">
          <ac:chgData name="Kohnen, Zachary" userId="6c1fe754-db72-4bb0-a134-904fa1cc616e" providerId="ADAL" clId="{DC4AAE2C-0E30-458A-9AB2-602BFB6732CC}" dt="2025-07-01T08:38:17.106" v="7997" actId="14100"/>
          <ac:cxnSpMkLst>
            <pc:docMk/>
            <pc:sldMk cId="117765546" sldId="276"/>
            <ac:cxnSpMk id="23" creationId="{2BCE75C7-2210-59B0-7EFD-C8C36A4B1BEA}"/>
          </ac:cxnSpMkLst>
        </pc:cxnChg>
      </pc:sldChg>
      <pc:sldChg chg="addSp delSp modSp add del mod modCm modNotesTx">
        <pc:chgData name="Kohnen, Zachary" userId="6c1fe754-db72-4bb0-a134-904fa1cc616e" providerId="ADAL" clId="{DC4AAE2C-0E30-458A-9AB2-602BFB6732CC}" dt="2025-07-01T08:35:47.170" v="7955" actId="47"/>
        <pc:sldMkLst>
          <pc:docMk/>
          <pc:sldMk cId="3736362756" sldId="277"/>
        </pc:sldMkLst>
        <pc:spChg chg="mod">
          <ac:chgData name="Kohnen, Zachary" userId="6c1fe754-db72-4bb0-a134-904fa1cc616e" providerId="ADAL" clId="{DC4AAE2C-0E30-458A-9AB2-602BFB6732CC}" dt="2025-06-30T12:02:41.558" v="7679" actId="20577"/>
          <ac:spMkLst>
            <pc:docMk/>
            <pc:sldMk cId="3736362756" sldId="277"/>
            <ac:spMk id="8" creationId="{631F8F7F-EA05-2D15-1CB7-4B426AE98E46}"/>
          </ac:spMkLst>
        </pc:spChg>
        <pc:picChg chg="add del">
          <ac:chgData name="Kohnen, Zachary" userId="6c1fe754-db72-4bb0-a134-904fa1cc616e" providerId="ADAL" clId="{DC4AAE2C-0E30-458A-9AB2-602BFB6732CC}" dt="2025-07-01T08:31:08.206" v="7707" actId="21"/>
          <ac:picMkLst>
            <pc:docMk/>
            <pc:sldMk cId="3736362756" sldId="277"/>
            <ac:picMk id="4" creationId="{750D698F-2BCC-6995-3849-96B3FD75063A}"/>
          </ac:picMkLst>
        </pc:picChg>
        <pc:picChg chg="del mod">
          <ac:chgData name="Kohnen, Zachary" userId="6c1fe754-db72-4bb0-a134-904fa1cc616e" providerId="ADAL" clId="{DC4AAE2C-0E30-458A-9AB2-602BFB6732CC}" dt="2025-06-30T11:14:19.429" v="5958" actId="21"/>
          <ac:picMkLst>
            <pc:docMk/>
            <pc:sldMk cId="3736362756" sldId="277"/>
            <ac:picMk id="9" creationId="{A08A4FB6-B7BF-AB9A-BFDA-731AE968367C}"/>
          </ac:picMkLst>
        </pc:picChg>
        <pc:picChg chg="add del mod">
          <ac:chgData name="Kohnen, Zachary" userId="6c1fe754-db72-4bb0-a134-904fa1cc616e" providerId="ADAL" clId="{DC4AAE2C-0E30-458A-9AB2-602BFB6732CC}" dt="2025-06-30T11:14:04.898" v="5950" actId="1076"/>
          <ac:picMkLst>
            <pc:docMk/>
            <pc:sldMk cId="3736362756" sldId="277"/>
            <ac:picMk id="11" creationId="{CD22296D-7472-B04D-2BE4-2A080435CD74}"/>
          </ac:picMkLst>
        </pc:picChg>
        <pc:extLst>
          <p:ext xmlns:p="http://schemas.openxmlformats.org/presentationml/2006/main" uri="{D6D511B9-2390-475A-947B-AFAB55BFBCF1}">
            <pc226:cmChg xmlns:pc226="http://schemas.microsoft.com/office/powerpoint/2022/06/main/command" chg="mod">
              <pc226:chgData name="Kohnen, Zachary" userId="6c1fe754-db72-4bb0-a134-904fa1cc616e" providerId="ADAL" clId="{DC4AAE2C-0E30-458A-9AB2-602BFB6732CC}" dt="2025-07-01T08:31:07.554" v="7706" actId="21"/>
              <pc2:cmMkLst xmlns:pc2="http://schemas.microsoft.com/office/powerpoint/2019/9/main/command">
                <pc:docMk/>
                <pc:sldMk cId="3736362756" sldId="277"/>
                <pc2:cmMk id="{72D0FD11-8731-4E07-A630-3C4775DE7555}"/>
              </pc2:cmMkLst>
            </pc226:cmChg>
          </p:ext>
        </pc:extLst>
      </pc:sldChg>
      <pc:sldChg chg="addSp delSp modSp mod ord modNotesTx">
        <pc:chgData name="Kohnen, Zachary" userId="6c1fe754-db72-4bb0-a134-904fa1cc616e" providerId="ADAL" clId="{DC4AAE2C-0E30-458A-9AB2-602BFB6732CC}" dt="2025-07-01T09:46:03.455" v="9065" actId="20577"/>
        <pc:sldMkLst>
          <pc:docMk/>
          <pc:sldMk cId="4239599108" sldId="278"/>
        </pc:sldMkLst>
        <pc:spChg chg="mod">
          <ac:chgData name="Kohnen, Zachary" userId="6c1fe754-db72-4bb0-a134-904fa1cc616e" providerId="ADAL" clId="{DC4AAE2C-0E30-458A-9AB2-602BFB6732CC}" dt="2025-06-30T12:02:37.221" v="7677" actId="20577"/>
          <ac:spMkLst>
            <pc:docMk/>
            <pc:sldMk cId="4239599108" sldId="278"/>
            <ac:spMk id="8" creationId="{62A2CEDC-38E2-EF29-849E-BA35234A8392}"/>
          </ac:spMkLst>
        </pc:spChg>
        <pc:spChg chg="del">
          <ac:chgData name="Kohnen, Zachary" userId="6c1fe754-db72-4bb0-a134-904fa1cc616e" providerId="ADAL" clId="{DC4AAE2C-0E30-458A-9AB2-602BFB6732CC}" dt="2025-07-01T09:29:12.169" v="8026" actId="478"/>
          <ac:spMkLst>
            <pc:docMk/>
            <pc:sldMk cId="4239599108" sldId="278"/>
            <ac:spMk id="12" creationId="{E2716F16-6030-93D1-9D5A-C33C54773EE5}"/>
          </ac:spMkLst>
        </pc:spChg>
        <pc:picChg chg="add del mod">
          <ac:chgData name="Kohnen, Zachary" userId="6c1fe754-db72-4bb0-a134-904fa1cc616e" providerId="ADAL" clId="{DC4AAE2C-0E30-458A-9AB2-602BFB6732CC}" dt="2025-07-01T09:12:32.124" v="8001" actId="478"/>
          <ac:picMkLst>
            <pc:docMk/>
            <pc:sldMk cId="4239599108" sldId="278"/>
            <ac:picMk id="9" creationId="{A8C351C2-54A0-BB51-30AF-13A20849265C}"/>
          </ac:picMkLst>
        </pc:picChg>
        <pc:picChg chg="del mod">
          <ac:chgData name="Kohnen, Zachary" userId="6c1fe754-db72-4bb0-a134-904fa1cc616e" providerId="ADAL" clId="{DC4AAE2C-0E30-458A-9AB2-602BFB6732CC}" dt="2025-07-01T09:14:39.280" v="8019" actId="478"/>
          <ac:picMkLst>
            <pc:docMk/>
            <pc:sldMk cId="4239599108" sldId="278"/>
            <ac:picMk id="11" creationId="{296F4F13-635F-2D2D-E692-07B6F3A985E0}"/>
          </ac:picMkLst>
        </pc:picChg>
        <pc:picChg chg="add mod">
          <ac:chgData name="Kohnen, Zachary" userId="6c1fe754-db72-4bb0-a134-904fa1cc616e" providerId="ADAL" clId="{DC4AAE2C-0E30-458A-9AB2-602BFB6732CC}" dt="2025-07-01T09:39:41.254" v="8427" actId="1076"/>
          <ac:picMkLst>
            <pc:docMk/>
            <pc:sldMk cId="4239599108" sldId="278"/>
            <ac:picMk id="14" creationId="{D406C7AE-02BD-E123-D52B-0850665E785B}"/>
          </ac:picMkLst>
        </pc:picChg>
        <pc:picChg chg="add del mod">
          <ac:chgData name="Kohnen, Zachary" userId="6c1fe754-db72-4bb0-a134-904fa1cc616e" providerId="ADAL" clId="{DC4AAE2C-0E30-458A-9AB2-602BFB6732CC}" dt="2025-07-01T09:33:14.058" v="8412" actId="478"/>
          <ac:picMkLst>
            <pc:docMk/>
            <pc:sldMk cId="4239599108" sldId="278"/>
            <ac:picMk id="16" creationId="{7D0DD2E8-799C-9DE1-FED7-41BC83A4E26E}"/>
          </ac:picMkLst>
        </pc:picChg>
        <pc:picChg chg="add del mod">
          <ac:chgData name="Kohnen, Zachary" userId="6c1fe754-db72-4bb0-a134-904fa1cc616e" providerId="ADAL" clId="{DC4AAE2C-0E30-458A-9AB2-602BFB6732CC}" dt="2025-07-01T09:33:13.503" v="8411" actId="478"/>
          <ac:picMkLst>
            <pc:docMk/>
            <pc:sldMk cId="4239599108" sldId="278"/>
            <ac:picMk id="18" creationId="{94E3D356-8637-D8C6-60CA-176AA1E93C5D}"/>
          </ac:picMkLst>
        </pc:picChg>
        <pc:picChg chg="add del mod">
          <ac:chgData name="Kohnen, Zachary" userId="6c1fe754-db72-4bb0-a134-904fa1cc616e" providerId="ADAL" clId="{DC4AAE2C-0E30-458A-9AB2-602BFB6732CC}" dt="2025-07-01T09:45:31.885" v="9061" actId="478"/>
          <ac:picMkLst>
            <pc:docMk/>
            <pc:sldMk cId="4239599108" sldId="278"/>
            <ac:picMk id="20" creationId="{F744BA52-6C68-823A-903D-D80F702BA591}"/>
          </ac:picMkLst>
        </pc:picChg>
        <pc:picChg chg="add del mod">
          <ac:chgData name="Kohnen, Zachary" userId="6c1fe754-db72-4bb0-a134-904fa1cc616e" providerId="ADAL" clId="{DC4AAE2C-0E30-458A-9AB2-602BFB6732CC}" dt="2025-07-01T09:37:05.211" v="8419" actId="478"/>
          <ac:picMkLst>
            <pc:docMk/>
            <pc:sldMk cId="4239599108" sldId="278"/>
            <ac:picMk id="22" creationId="{C512DAE2-34ED-B23C-CDC3-B13476E05668}"/>
          </ac:picMkLst>
        </pc:picChg>
        <pc:picChg chg="add del mod">
          <ac:chgData name="Kohnen, Zachary" userId="6c1fe754-db72-4bb0-a134-904fa1cc616e" providerId="ADAL" clId="{DC4AAE2C-0E30-458A-9AB2-602BFB6732CC}" dt="2025-07-01T09:37:03.987" v="8418" actId="478"/>
          <ac:picMkLst>
            <pc:docMk/>
            <pc:sldMk cId="4239599108" sldId="278"/>
            <ac:picMk id="23" creationId="{18537882-F13E-A349-0E4E-CCEA22789C04}"/>
          </ac:picMkLst>
        </pc:picChg>
        <pc:picChg chg="add del mod">
          <ac:chgData name="Kohnen, Zachary" userId="6c1fe754-db72-4bb0-a134-904fa1cc616e" providerId="ADAL" clId="{DC4AAE2C-0E30-458A-9AB2-602BFB6732CC}" dt="2025-07-01T09:45:33.542" v="9063" actId="478"/>
          <ac:picMkLst>
            <pc:docMk/>
            <pc:sldMk cId="4239599108" sldId="278"/>
            <ac:picMk id="25" creationId="{B7DB8689-7049-05A7-C75B-7E95033EB40E}"/>
          </ac:picMkLst>
        </pc:picChg>
        <pc:picChg chg="add del mod">
          <ac:chgData name="Kohnen, Zachary" userId="6c1fe754-db72-4bb0-a134-904fa1cc616e" providerId="ADAL" clId="{DC4AAE2C-0E30-458A-9AB2-602BFB6732CC}" dt="2025-07-01T09:45:32.755" v="9062" actId="478"/>
          <ac:picMkLst>
            <pc:docMk/>
            <pc:sldMk cId="4239599108" sldId="278"/>
            <ac:picMk id="27" creationId="{3D3D5ACC-E7F3-4DB4-4A3C-BB42F863E9A2}"/>
          </ac:picMkLst>
        </pc:picChg>
      </pc:sldChg>
      <pc:sldChg chg="addSp delSp modSp mod modNotesTx">
        <pc:chgData name="Kohnen, Zachary" userId="6c1fe754-db72-4bb0-a134-904fa1cc616e" providerId="ADAL" clId="{DC4AAE2C-0E30-458A-9AB2-602BFB6732CC}" dt="2025-07-01T09:50:47.376" v="9257" actId="5793"/>
        <pc:sldMkLst>
          <pc:docMk/>
          <pc:sldMk cId="3836154781" sldId="279"/>
        </pc:sldMkLst>
        <pc:spChg chg="mod">
          <ac:chgData name="Kohnen, Zachary" userId="6c1fe754-db72-4bb0-a134-904fa1cc616e" providerId="ADAL" clId="{DC4AAE2C-0E30-458A-9AB2-602BFB6732CC}" dt="2025-07-01T08:35:53.909" v="7957" actId="20577"/>
          <ac:spMkLst>
            <pc:docMk/>
            <pc:sldMk cId="3836154781" sldId="279"/>
            <ac:spMk id="8" creationId="{AB625156-45C4-BEF0-CAEF-CC49482997E2}"/>
          </ac:spMkLst>
        </pc:spChg>
        <pc:picChg chg="mod">
          <ac:chgData name="Kohnen, Zachary" userId="6c1fe754-db72-4bb0-a134-904fa1cc616e" providerId="ADAL" clId="{DC4AAE2C-0E30-458A-9AB2-602BFB6732CC}" dt="2025-06-30T11:28:30.807" v="6078" actId="14826"/>
          <ac:picMkLst>
            <pc:docMk/>
            <pc:sldMk cId="3836154781" sldId="279"/>
            <ac:picMk id="4" creationId="{EDACD240-FA42-1806-F5DA-96914C742E51}"/>
          </ac:picMkLst>
        </pc:picChg>
        <pc:picChg chg="mod">
          <ac:chgData name="Kohnen, Zachary" userId="6c1fe754-db72-4bb0-a134-904fa1cc616e" providerId="ADAL" clId="{DC4AAE2C-0E30-458A-9AB2-602BFB6732CC}" dt="2025-07-01T09:28:30.575" v="8023" actId="14826"/>
          <ac:picMkLst>
            <pc:docMk/>
            <pc:sldMk cId="3836154781" sldId="279"/>
            <ac:picMk id="9" creationId="{C1A4A359-774D-2617-89C9-837F25F9A183}"/>
          </ac:picMkLst>
        </pc:picChg>
        <pc:picChg chg="add del mod">
          <ac:chgData name="Kohnen, Zachary" userId="6c1fe754-db72-4bb0-a134-904fa1cc616e" providerId="ADAL" clId="{DC4AAE2C-0E30-458A-9AB2-602BFB6732CC}" dt="2025-07-01T09:14:27.239" v="8014" actId="478"/>
          <ac:picMkLst>
            <pc:docMk/>
            <pc:sldMk cId="3836154781" sldId="279"/>
            <ac:picMk id="16" creationId="{7D0DD2E8-799C-9DE1-FED7-41BC83A4E26E}"/>
          </ac:picMkLst>
        </pc:picChg>
      </pc:sldChg>
      <pc:sldChg chg="addSp delSp modSp mod ord modNotesTx">
        <pc:chgData name="Kohnen, Zachary" userId="6c1fe754-db72-4bb0-a134-904fa1cc616e" providerId="ADAL" clId="{DC4AAE2C-0E30-458A-9AB2-602BFB6732CC}" dt="2025-07-01T09:58:36.087" v="9461" actId="1076"/>
        <pc:sldMkLst>
          <pc:docMk/>
          <pc:sldMk cId="2410665425" sldId="280"/>
        </pc:sldMkLst>
        <pc:spChg chg="mod">
          <ac:chgData name="Kohnen, Zachary" userId="6c1fe754-db72-4bb0-a134-904fa1cc616e" providerId="ADAL" clId="{DC4AAE2C-0E30-458A-9AB2-602BFB6732CC}" dt="2025-07-01T09:58:36.087" v="9461" actId="1076"/>
          <ac:spMkLst>
            <pc:docMk/>
            <pc:sldMk cId="2410665425" sldId="280"/>
            <ac:spMk id="4" creationId="{D5082850-BA83-A800-50F9-5D1D6655359D}"/>
          </ac:spMkLst>
        </pc:spChg>
        <pc:spChg chg="mod">
          <ac:chgData name="Kohnen, Zachary" userId="6c1fe754-db72-4bb0-a134-904fa1cc616e" providerId="ADAL" clId="{DC4AAE2C-0E30-458A-9AB2-602BFB6732CC}" dt="2025-07-01T08:36:06.547" v="7963" actId="20577"/>
          <ac:spMkLst>
            <pc:docMk/>
            <pc:sldMk cId="2410665425" sldId="280"/>
            <ac:spMk id="8" creationId="{4623162F-DBE2-BFA0-36FC-B0A609BC9B89}"/>
          </ac:spMkLst>
        </pc:spChg>
        <pc:spChg chg="mod">
          <ac:chgData name="Kohnen, Zachary" userId="6c1fe754-db72-4bb0-a134-904fa1cc616e" providerId="ADAL" clId="{DC4AAE2C-0E30-458A-9AB2-602BFB6732CC}" dt="2025-07-01T09:58:36.087" v="9461" actId="1076"/>
          <ac:spMkLst>
            <pc:docMk/>
            <pc:sldMk cId="2410665425" sldId="280"/>
            <ac:spMk id="13" creationId="{BD5BF6A8-4E08-DDBD-A27F-630ACFD14072}"/>
          </ac:spMkLst>
        </pc:spChg>
        <pc:picChg chg="del mod">
          <ac:chgData name="Kohnen, Zachary" userId="6c1fe754-db72-4bb0-a134-904fa1cc616e" providerId="ADAL" clId="{DC4AAE2C-0E30-458A-9AB2-602BFB6732CC}" dt="2025-07-01T09:57:05.638" v="9454" actId="478"/>
          <ac:picMkLst>
            <pc:docMk/>
            <pc:sldMk cId="2410665425" sldId="280"/>
            <ac:picMk id="9" creationId="{98875F76-5F7B-948A-837F-F2287FBACAF9}"/>
          </ac:picMkLst>
        </pc:picChg>
        <pc:picChg chg="add mod">
          <ac:chgData name="Kohnen, Zachary" userId="6c1fe754-db72-4bb0-a134-904fa1cc616e" providerId="ADAL" clId="{DC4AAE2C-0E30-458A-9AB2-602BFB6732CC}" dt="2025-07-01T09:58:36.087" v="9461" actId="1076"/>
          <ac:picMkLst>
            <pc:docMk/>
            <pc:sldMk cId="2410665425" sldId="280"/>
            <ac:picMk id="12" creationId="{6F126629-777D-FBCD-2EFD-EE37328F8306}"/>
          </ac:picMkLst>
        </pc:picChg>
      </pc:sldChg>
      <pc:sldChg chg="modSp del modNotesTx">
        <pc:chgData name="Kohnen, Zachary" userId="6c1fe754-db72-4bb0-a134-904fa1cc616e" providerId="ADAL" clId="{DC4AAE2C-0E30-458A-9AB2-602BFB6732CC}" dt="2025-06-30T11:16:25.817" v="5976" actId="47"/>
        <pc:sldMkLst>
          <pc:docMk/>
          <pc:sldMk cId="2344860538" sldId="281"/>
        </pc:sldMkLst>
        <pc:spChg chg="mod">
          <ac:chgData name="Kohnen, Zachary" userId="6c1fe754-db72-4bb0-a134-904fa1cc616e" providerId="ADAL" clId="{DC4AAE2C-0E30-458A-9AB2-602BFB6732CC}" dt="2025-06-30T09:07:07.374" v="4675"/>
          <ac:spMkLst>
            <pc:docMk/>
            <pc:sldMk cId="2344860538" sldId="281"/>
            <ac:spMk id="8" creationId="{D07CD5E9-5FFF-2760-ABB4-D3711B2C731D}"/>
          </ac:spMkLst>
        </pc:spChg>
      </pc:sldChg>
      <pc:sldChg chg="addSp modSp mod modNotesTx">
        <pc:chgData name="Kohnen, Zachary" userId="6c1fe754-db72-4bb0-a134-904fa1cc616e" providerId="ADAL" clId="{DC4AAE2C-0E30-458A-9AB2-602BFB6732CC}" dt="2025-07-01T10:08:32.638" v="9519" actId="20577"/>
        <pc:sldMkLst>
          <pc:docMk/>
          <pc:sldMk cId="1157985674" sldId="282"/>
        </pc:sldMkLst>
        <pc:spChg chg="mod">
          <ac:chgData name="Kohnen, Zachary" userId="6c1fe754-db72-4bb0-a134-904fa1cc616e" providerId="ADAL" clId="{DC4AAE2C-0E30-458A-9AB2-602BFB6732CC}" dt="2025-06-30T11:46:39.959" v="6435" actId="20577"/>
          <ac:spMkLst>
            <pc:docMk/>
            <pc:sldMk cId="1157985674" sldId="282"/>
            <ac:spMk id="4" creationId="{DB89EE8A-FC82-5DA1-49F0-131096826711}"/>
          </ac:spMkLst>
        </pc:spChg>
        <pc:spChg chg="mod">
          <ac:chgData name="Kohnen, Zachary" userId="6c1fe754-db72-4bb0-a134-904fa1cc616e" providerId="ADAL" clId="{DC4AAE2C-0E30-458A-9AB2-602BFB6732CC}" dt="2025-07-01T09:29:43.220" v="8028" actId="20577"/>
          <ac:spMkLst>
            <pc:docMk/>
            <pc:sldMk cId="1157985674" sldId="282"/>
            <ac:spMk id="8" creationId="{6E27F177-29E2-B181-B3B8-2A360DE9A35B}"/>
          </ac:spMkLst>
        </pc:spChg>
        <pc:picChg chg="mod">
          <ac:chgData name="Kohnen, Zachary" userId="6c1fe754-db72-4bb0-a134-904fa1cc616e" providerId="ADAL" clId="{DC4AAE2C-0E30-458A-9AB2-602BFB6732CC}" dt="2025-06-30T11:42:01.947" v="6371" actId="1038"/>
          <ac:picMkLst>
            <pc:docMk/>
            <pc:sldMk cId="1157985674" sldId="282"/>
            <ac:picMk id="9" creationId="{2D7E58B0-8AC0-B16F-EC2B-9881145D266E}"/>
          </ac:picMkLst>
        </pc:picChg>
        <pc:picChg chg="add mod">
          <ac:chgData name="Kohnen, Zachary" userId="6c1fe754-db72-4bb0-a134-904fa1cc616e" providerId="ADAL" clId="{DC4AAE2C-0E30-458A-9AB2-602BFB6732CC}" dt="2025-06-30T11:44:56.325" v="6382" actId="1076"/>
          <ac:picMkLst>
            <pc:docMk/>
            <pc:sldMk cId="1157985674" sldId="282"/>
            <ac:picMk id="12" creationId="{D1103A4C-45C6-6F5F-AF19-B8671280F627}"/>
          </ac:picMkLst>
        </pc:picChg>
        <pc:picChg chg="add mod">
          <ac:chgData name="Kohnen, Zachary" userId="6c1fe754-db72-4bb0-a134-904fa1cc616e" providerId="ADAL" clId="{DC4AAE2C-0E30-458A-9AB2-602BFB6732CC}" dt="2025-06-30T11:44:56.325" v="6382" actId="1076"/>
          <ac:picMkLst>
            <pc:docMk/>
            <pc:sldMk cId="1157985674" sldId="282"/>
            <ac:picMk id="13" creationId="{E0DD778D-7EE2-4E10-AD55-103748EBEB53}"/>
          </ac:picMkLst>
        </pc:picChg>
      </pc:sldChg>
      <pc:sldChg chg="addSp delSp modSp mod modNotesTx">
        <pc:chgData name="Kohnen, Zachary" userId="6c1fe754-db72-4bb0-a134-904fa1cc616e" providerId="ADAL" clId="{DC4AAE2C-0E30-458A-9AB2-602BFB6732CC}" dt="2025-07-01T09:58:15.953" v="9460"/>
        <pc:sldMkLst>
          <pc:docMk/>
          <pc:sldMk cId="3456936995" sldId="283"/>
        </pc:sldMkLst>
        <pc:spChg chg="mod">
          <ac:chgData name="Kohnen, Zachary" userId="6c1fe754-db72-4bb0-a134-904fa1cc616e" providerId="ADAL" clId="{DC4AAE2C-0E30-458A-9AB2-602BFB6732CC}" dt="2025-07-01T09:29:51.467" v="8032" actId="20577"/>
          <ac:spMkLst>
            <pc:docMk/>
            <pc:sldMk cId="3456936995" sldId="283"/>
            <ac:spMk id="8" creationId="{E54248FC-8F8B-A4DE-4589-F426B9BF259D}"/>
          </ac:spMkLst>
        </pc:spChg>
        <pc:spChg chg="mod">
          <ac:chgData name="Kohnen, Zachary" userId="6c1fe754-db72-4bb0-a134-904fa1cc616e" providerId="ADAL" clId="{DC4AAE2C-0E30-458A-9AB2-602BFB6732CC}" dt="2025-07-01T09:58:15.953" v="9460"/>
          <ac:spMkLst>
            <pc:docMk/>
            <pc:sldMk cId="3456936995" sldId="283"/>
            <ac:spMk id="11" creationId="{2593C86F-E87A-D93F-5306-706011F600D7}"/>
          </ac:spMkLst>
        </pc:spChg>
        <pc:spChg chg="add del mod">
          <ac:chgData name="Kohnen, Zachary" userId="6c1fe754-db72-4bb0-a134-904fa1cc616e" providerId="ADAL" clId="{DC4AAE2C-0E30-458A-9AB2-602BFB6732CC}" dt="2025-06-30T11:55:06.875" v="7407" actId="478"/>
          <ac:spMkLst>
            <pc:docMk/>
            <pc:sldMk cId="3456936995" sldId="283"/>
            <ac:spMk id="14" creationId="{106FE740-391C-F447-932C-AC5CD71E37C5}"/>
          </ac:spMkLst>
        </pc:spChg>
        <pc:spChg chg="add del mod">
          <ac:chgData name="Kohnen, Zachary" userId="6c1fe754-db72-4bb0-a134-904fa1cc616e" providerId="ADAL" clId="{DC4AAE2C-0E30-458A-9AB2-602BFB6732CC}" dt="2025-06-30T11:55:07.785" v="7408" actId="478"/>
          <ac:spMkLst>
            <pc:docMk/>
            <pc:sldMk cId="3456936995" sldId="283"/>
            <ac:spMk id="15" creationId="{E56E1A43-DAA7-C3A1-CA60-0B6C2A8E28BD}"/>
          </ac:spMkLst>
        </pc:spChg>
        <pc:picChg chg="add del">
          <ac:chgData name="Kohnen, Zachary" userId="6c1fe754-db72-4bb0-a134-904fa1cc616e" providerId="ADAL" clId="{DC4AAE2C-0E30-458A-9AB2-602BFB6732CC}" dt="2025-06-30T11:17:55.934" v="5978" actId="478"/>
          <ac:picMkLst>
            <pc:docMk/>
            <pc:sldMk cId="3456936995" sldId="283"/>
            <ac:picMk id="9" creationId="{419FFC25-8E5E-E222-1D49-01071D8D39E0}"/>
          </ac:picMkLst>
        </pc:picChg>
        <pc:picChg chg="mod">
          <ac:chgData name="Kohnen, Zachary" userId="6c1fe754-db72-4bb0-a134-904fa1cc616e" providerId="ADAL" clId="{DC4AAE2C-0E30-458A-9AB2-602BFB6732CC}" dt="2025-06-30T11:54:24.324" v="7397" actId="1076"/>
          <ac:picMkLst>
            <pc:docMk/>
            <pc:sldMk cId="3456936995" sldId="283"/>
            <ac:picMk id="12" creationId="{3F43E1E7-420F-D148-A741-0002811DC266}"/>
          </ac:picMkLst>
        </pc:picChg>
        <pc:picChg chg="add del mod">
          <ac:chgData name="Kohnen, Zachary" userId="6c1fe754-db72-4bb0-a134-904fa1cc616e" providerId="ADAL" clId="{DC4AAE2C-0E30-458A-9AB2-602BFB6732CC}" dt="2025-06-30T11:18:13.148" v="5999" actId="21"/>
          <ac:picMkLst>
            <pc:docMk/>
            <pc:sldMk cId="3456936995" sldId="283"/>
            <ac:picMk id="13" creationId="{E0DD778D-7EE2-4E10-AD55-103748EBEB53}"/>
          </ac:picMkLst>
        </pc:picChg>
      </pc:sldChg>
      <pc:sldChg chg="delSp modSp del mod modNotesTx">
        <pc:chgData name="Kohnen, Zachary" userId="6c1fe754-db72-4bb0-a134-904fa1cc616e" providerId="ADAL" clId="{DC4AAE2C-0E30-458A-9AB2-602BFB6732CC}" dt="2025-06-30T11:55:54.079" v="7415" actId="47"/>
        <pc:sldMkLst>
          <pc:docMk/>
          <pc:sldMk cId="1055378883" sldId="284"/>
        </pc:sldMkLst>
        <pc:spChg chg="mod">
          <ac:chgData name="Kohnen, Zachary" userId="6c1fe754-db72-4bb0-a134-904fa1cc616e" providerId="ADAL" clId="{DC4AAE2C-0E30-458A-9AB2-602BFB6732CC}" dt="2025-06-30T09:07:14.564" v="4678"/>
          <ac:spMkLst>
            <pc:docMk/>
            <pc:sldMk cId="1055378883" sldId="284"/>
            <ac:spMk id="8" creationId="{B53DA893-F0B4-BBCB-A2EA-C8A37C93E7EE}"/>
          </ac:spMkLst>
        </pc:spChg>
        <pc:spChg chg="del mod">
          <ac:chgData name="Kohnen, Zachary" userId="6c1fe754-db72-4bb0-a134-904fa1cc616e" providerId="ADAL" clId="{DC4AAE2C-0E30-458A-9AB2-602BFB6732CC}" dt="2025-06-30T11:54:34.981" v="7400" actId="21"/>
          <ac:spMkLst>
            <pc:docMk/>
            <pc:sldMk cId="1055378883" sldId="284"/>
            <ac:spMk id="9" creationId="{E56E1A43-DAA7-C3A1-CA60-0B6C2A8E28BD}"/>
          </ac:spMkLst>
        </pc:spChg>
        <pc:spChg chg="del mod">
          <ac:chgData name="Kohnen, Zachary" userId="6c1fe754-db72-4bb0-a134-904fa1cc616e" providerId="ADAL" clId="{DC4AAE2C-0E30-458A-9AB2-602BFB6732CC}" dt="2025-06-30T11:54:34.981" v="7400" actId="21"/>
          <ac:spMkLst>
            <pc:docMk/>
            <pc:sldMk cId="1055378883" sldId="284"/>
            <ac:spMk id="10" creationId="{106FE740-391C-F447-932C-AC5CD71E37C5}"/>
          </ac:spMkLst>
        </pc:spChg>
        <pc:picChg chg="del">
          <ac:chgData name="Kohnen, Zachary" userId="6c1fe754-db72-4bb0-a134-904fa1cc616e" providerId="ADAL" clId="{DC4AAE2C-0E30-458A-9AB2-602BFB6732CC}" dt="2025-06-30T11:55:09.633" v="7409" actId="21"/>
          <ac:picMkLst>
            <pc:docMk/>
            <pc:sldMk cId="1055378883" sldId="284"/>
            <ac:picMk id="4" creationId="{8F6ABA26-892F-F664-434A-10638EDAA0DE}"/>
          </ac:picMkLst>
        </pc:picChg>
      </pc:sldChg>
      <pc:sldChg chg="addSp delSp modSp del mod modNotesTx">
        <pc:chgData name="Kohnen, Zachary" userId="6c1fe754-db72-4bb0-a134-904fa1cc616e" providerId="ADAL" clId="{DC4AAE2C-0E30-458A-9AB2-602BFB6732CC}" dt="2025-06-30T12:02:08.826" v="7673" actId="47"/>
        <pc:sldMkLst>
          <pc:docMk/>
          <pc:sldMk cId="1639058887" sldId="285"/>
        </pc:sldMkLst>
        <pc:spChg chg="del">
          <ac:chgData name="Kohnen, Zachary" userId="6c1fe754-db72-4bb0-a134-904fa1cc616e" providerId="ADAL" clId="{DC4AAE2C-0E30-458A-9AB2-602BFB6732CC}" dt="2025-06-30T09:03:34.250" v="4650" actId="478"/>
          <ac:spMkLst>
            <pc:docMk/>
            <pc:sldMk cId="1639058887" sldId="285"/>
            <ac:spMk id="12" creationId="{549BBF00-8871-974A-18D4-E1F9F1FE5E49}"/>
          </ac:spMkLst>
        </pc:spChg>
        <pc:picChg chg="del">
          <ac:chgData name="Kohnen, Zachary" userId="6c1fe754-db72-4bb0-a134-904fa1cc616e" providerId="ADAL" clId="{DC4AAE2C-0E30-458A-9AB2-602BFB6732CC}" dt="2025-06-30T12:00:13.766" v="7588" actId="21"/>
          <ac:picMkLst>
            <pc:docMk/>
            <pc:sldMk cId="1639058887" sldId="285"/>
            <ac:picMk id="11" creationId="{956FB60A-BFD0-4741-2556-128C3926CE14}"/>
          </ac:picMkLst>
        </pc:picChg>
        <pc:picChg chg="add mod modCrop">
          <ac:chgData name="Kohnen, Zachary" userId="6c1fe754-db72-4bb0-a134-904fa1cc616e" providerId="ADAL" clId="{DC4AAE2C-0E30-458A-9AB2-602BFB6732CC}" dt="2025-06-30T09:03:48.258" v="4655" actId="1076"/>
          <ac:picMkLst>
            <pc:docMk/>
            <pc:sldMk cId="1639058887" sldId="285"/>
            <ac:picMk id="13" creationId="{1BBCF077-48DD-D19B-8EFA-777867BE6FFC}"/>
          </ac:picMkLst>
        </pc:picChg>
        <pc:picChg chg="add del mod">
          <ac:chgData name="Kohnen, Zachary" userId="6c1fe754-db72-4bb0-a134-904fa1cc616e" providerId="ADAL" clId="{DC4AAE2C-0E30-458A-9AB2-602BFB6732CC}" dt="2025-06-30T09:03:19.934" v="4645" actId="478"/>
          <ac:picMkLst>
            <pc:docMk/>
            <pc:sldMk cId="1639058887" sldId="285"/>
            <ac:picMk id="15" creationId="{A3465CB5-34E4-8E46-DC1C-94AD089F0F34}"/>
          </ac:picMkLst>
        </pc:picChg>
        <pc:picChg chg="add mod modCrop">
          <ac:chgData name="Kohnen, Zachary" userId="6c1fe754-db72-4bb0-a134-904fa1cc616e" providerId="ADAL" clId="{DC4AAE2C-0E30-458A-9AB2-602BFB6732CC}" dt="2025-06-30T09:03:53.375" v="4657" actId="1076"/>
          <ac:picMkLst>
            <pc:docMk/>
            <pc:sldMk cId="1639058887" sldId="285"/>
            <ac:picMk id="17" creationId="{71318CE2-121E-3745-B868-853598B988D9}"/>
          </ac:picMkLst>
        </pc:picChg>
      </pc:sldChg>
      <pc:sldChg chg="addSp delSp modSp mod modNotesTx">
        <pc:chgData name="Kohnen, Zachary" userId="6c1fe754-db72-4bb0-a134-904fa1cc616e" providerId="ADAL" clId="{DC4AAE2C-0E30-458A-9AB2-602BFB6732CC}" dt="2025-07-01T12:38:11.705" v="10090" actId="20577"/>
        <pc:sldMkLst>
          <pc:docMk/>
          <pc:sldMk cId="888191461" sldId="286"/>
        </pc:sldMkLst>
        <pc:spChg chg="mod">
          <ac:chgData name="Kohnen, Zachary" userId="6c1fe754-db72-4bb0-a134-904fa1cc616e" providerId="ADAL" clId="{DC4AAE2C-0E30-458A-9AB2-602BFB6732CC}" dt="2025-07-01T10:13:00.008" v="9778" actId="1076"/>
          <ac:spMkLst>
            <pc:docMk/>
            <pc:sldMk cId="888191461" sldId="286"/>
            <ac:spMk id="4" creationId="{B95EE982-870F-C682-7644-7B249B47DAF7}"/>
          </ac:spMkLst>
        </pc:spChg>
        <pc:spChg chg="mod">
          <ac:chgData name="Kohnen, Zachary" userId="6c1fe754-db72-4bb0-a134-904fa1cc616e" providerId="ADAL" clId="{DC4AAE2C-0E30-458A-9AB2-602BFB6732CC}" dt="2025-07-01T09:30:16.830" v="8039" actId="20577"/>
          <ac:spMkLst>
            <pc:docMk/>
            <pc:sldMk cId="888191461" sldId="286"/>
            <ac:spMk id="8" creationId="{914AC17C-A694-D565-0FB7-B948E78DB35F}"/>
          </ac:spMkLst>
        </pc:spChg>
        <pc:spChg chg="add del mod ord">
          <ac:chgData name="Kohnen, Zachary" userId="6c1fe754-db72-4bb0-a134-904fa1cc616e" providerId="ADAL" clId="{DC4AAE2C-0E30-458A-9AB2-602BFB6732CC}" dt="2025-07-01T10:12:30.171" v="9769" actId="478"/>
          <ac:spMkLst>
            <pc:docMk/>
            <pc:sldMk cId="888191461" sldId="286"/>
            <ac:spMk id="9" creationId="{4C29A2A8-5D6F-D589-9560-1BC74E1CC171}"/>
          </ac:spMkLst>
        </pc:spChg>
        <pc:spChg chg="mod">
          <ac:chgData name="Kohnen, Zachary" userId="6c1fe754-db72-4bb0-a134-904fa1cc616e" providerId="ADAL" clId="{DC4AAE2C-0E30-458A-9AB2-602BFB6732CC}" dt="2025-07-01T10:12:32.258" v="9771" actId="20577"/>
          <ac:spMkLst>
            <pc:docMk/>
            <pc:sldMk cId="888191461" sldId="286"/>
            <ac:spMk id="10" creationId="{B43C64CE-ADDD-33CC-CBC2-BDCDA89B9ABD}"/>
          </ac:spMkLst>
        </pc:spChg>
        <pc:spChg chg="add mod">
          <ac:chgData name="Kohnen, Zachary" userId="6c1fe754-db72-4bb0-a134-904fa1cc616e" providerId="ADAL" clId="{DC4AAE2C-0E30-458A-9AB2-602BFB6732CC}" dt="2025-07-01T10:13:17.618" v="9820" actId="20577"/>
          <ac:spMkLst>
            <pc:docMk/>
            <pc:sldMk cId="888191461" sldId="286"/>
            <ac:spMk id="11" creationId="{564553D2-0F5E-985D-6A32-7C2D2EC236AB}"/>
          </ac:spMkLst>
        </pc:spChg>
        <pc:spChg chg="add mod">
          <ac:chgData name="Kohnen, Zachary" userId="6c1fe754-db72-4bb0-a134-904fa1cc616e" providerId="ADAL" clId="{DC4AAE2C-0E30-458A-9AB2-602BFB6732CC}" dt="2025-07-01T10:12:53.815" v="9776" actId="1076"/>
          <ac:spMkLst>
            <pc:docMk/>
            <pc:sldMk cId="888191461" sldId="286"/>
            <ac:spMk id="13" creationId="{23D413A3-29FB-3521-3043-381E3B5299E6}"/>
          </ac:spMkLst>
        </pc:spChg>
        <pc:picChg chg="add mod">
          <ac:chgData name="Kohnen, Zachary" userId="6c1fe754-db72-4bb0-a134-904fa1cc616e" providerId="ADAL" clId="{DC4AAE2C-0E30-458A-9AB2-602BFB6732CC}" dt="2025-07-01T10:12:44.931" v="9774" actId="1076"/>
          <ac:picMkLst>
            <pc:docMk/>
            <pc:sldMk cId="888191461" sldId="286"/>
            <ac:picMk id="12" creationId="{956FB60A-BFD0-4741-2556-128C3926CE14}"/>
          </ac:picMkLst>
        </pc:picChg>
      </pc:sldChg>
      <pc:sldChg chg="modSp add mod modNotesTx">
        <pc:chgData name="Kohnen, Zachary" userId="6c1fe754-db72-4bb0-a134-904fa1cc616e" providerId="ADAL" clId="{DC4AAE2C-0E30-458A-9AB2-602BFB6732CC}" dt="2025-07-01T09:28:40.144" v="8024" actId="14826"/>
        <pc:sldMkLst>
          <pc:docMk/>
          <pc:sldMk cId="534101688" sldId="287"/>
        </pc:sldMkLst>
        <pc:spChg chg="mod">
          <ac:chgData name="Kohnen, Zachary" userId="6c1fe754-db72-4bb0-a134-904fa1cc616e" providerId="ADAL" clId="{DC4AAE2C-0E30-458A-9AB2-602BFB6732CC}" dt="2025-07-01T08:35:57.293" v="7959" actId="20577"/>
          <ac:spMkLst>
            <pc:docMk/>
            <pc:sldMk cId="534101688" sldId="287"/>
            <ac:spMk id="8" creationId="{C12F91BA-50A7-86B3-C7E3-FD2E434305A0}"/>
          </ac:spMkLst>
        </pc:spChg>
        <pc:picChg chg="mod">
          <ac:chgData name="Kohnen, Zachary" userId="6c1fe754-db72-4bb0-a134-904fa1cc616e" providerId="ADAL" clId="{DC4AAE2C-0E30-458A-9AB2-602BFB6732CC}" dt="2025-06-30T11:28:41.600" v="6079" actId="14826"/>
          <ac:picMkLst>
            <pc:docMk/>
            <pc:sldMk cId="534101688" sldId="287"/>
            <ac:picMk id="4" creationId="{0FF742BE-DF79-AA07-1E36-EC34FA602454}"/>
          </ac:picMkLst>
        </pc:picChg>
        <pc:picChg chg="mod">
          <ac:chgData name="Kohnen, Zachary" userId="6c1fe754-db72-4bb0-a134-904fa1cc616e" providerId="ADAL" clId="{DC4AAE2C-0E30-458A-9AB2-602BFB6732CC}" dt="2025-07-01T09:28:40.144" v="8024" actId="14826"/>
          <ac:picMkLst>
            <pc:docMk/>
            <pc:sldMk cId="534101688" sldId="287"/>
            <ac:picMk id="9" creationId="{5F73638F-50FA-B733-B6EB-FD01A6FB1648}"/>
          </ac:picMkLst>
        </pc:picChg>
      </pc:sldChg>
      <pc:sldChg chg="delSp modSp add del mod modNotesTx">
        <pc:chgData name="Kohnen, Zachary" userId="6c1fe754-db72-4bb0-a134-904fa1cc616e" providerId="ADAL" clId="{DC4AAE2C-0E30-458A-9AB2-602BFB6732CC}" dt="2025-06-30T10:12:46.806" v="5788" actId="47"/>
        <pc:sldMkLst>
          <pc:docMk/>
          <pc:sldMk cId="830395776" sldId="287"/>
        </pc:sldMkLst>
        <pc:spChg chg="mod">
          <ac:chgData name="Kohnen, Zachary" userId="6c1fe754-db72-4bb0-a134-904fa1cc616e" providerId="ADAL" clId="{DC4AAE2C-0E30-458A-9AB2-602BFB6732CC}" dt="2025-06-30T09:08:17.939" v="4699" actId="20577"/>
          <ac:spMkLst>
            <pc:docMk/>
            <pc:sldMk cId="830395776" sldId="287"/>
            <ac:spMk id="10" creationId="{058D9BE8-A131-504C-8E3D-519B19417996}"/>
          </ac:spMkLst>
        </pc:spChg>
        <pc:spChg chg="mod">
          <ac:chgData name="Kohnen, Zachary" userId="6c1fe754-db72-4bb0-a134-904fa1cc616e" providerId="ADAL" clId="{DC4AAE2C-0E30-458A-9AB2-602BFB6732CC}" dt="2025-06-30T09:09:49.064" v="4859" actId="20577"/>
          <ac:spMkLst>
            <pc:docMk/>
            <pc:sldMk cId="830395776" sldId="287"/>
            <ac:spMk id="11" creationId="{9F9F92F9-5D00-E2E8-E347-4C13C724E5AE}"/>
          </ac:spMkLst>
        </pc:spChg>
        <pc:picChg chg="del">
          <ac:chgData name="Kohnen, Zachary" userId="6c1fe754-db72-4bb0-a134-904fa1cc616e" providerId="ADAL" clId="{DC4AAE2C-0E30-458A-9AB2-602BFB6732CC}" dt="2025-06-30T09:08:19.342" v="4700" actId="478"/>
          <ac:picMkLst>
            <pc:docMk/>
            <pc:sldMk cId="830395776" sldId="287"/>
            <ac:picMk id="12" creationId="{B1401FE2-1450-DF64-759A-A8134FFA2BC3}"/>
          </ac:picMkLst>
        </pc:picChg>
        <pc:picChg chg="del">
          <ac:chgData name="Kohnen, Zachary" userId="6c1fe754-db72-4bb0-a134-904fa1cc616e" providerId="ADAL" clId="{DC4AAE2C-0E30-458A-9AB2-602BFB6732CC}" dt="2025-06-30T09:08:20.915" v="4701" actId="478"/>
          <ac:picMkLst>
            <pc:docMk/>
            <pc:sldMk cId="830395776" sldId="287"/>
            <ac:picMk id="13" creationId="{70511C00-771B-119A-3955-B380C680ABF4}"/>
          </ac:picMkLst>
        </pc:picChg>
      </pc:sldChg>
      <pc:sldChg chg="modSp add mod modNotesTx">
        <pc:chgData name="Kohnen, Zachary" userId="6c1fe754-db72-4bb0-a134-904fa1cc616e" providerId="ADAL" clId="{DC4AAE2C-0E30-458A-9AB2-602BFB6732CC}" dt="2025-07-01T09:52:06.462" v="9428" actId="20577"/>
        <pc:sldMkLst>
          <pc:docMk/>
          <pc:sldMk cId="3059436907" sldId="288"/>
        </pc:sldMkLst>
        <pc:spChg chg="mod">
          <ac:chgData name="Kohnen, Zachary" userId="6c1fe754-db72-4bb0-a134-904fa1cc616e" providerId="ADAL" clId="{DC4AAE2C-0E30-458A-9AB2-602BFB6732CC}" dt="2025-07-01T08:36:01.454" v="7961" actId="20577"/>
          <ac:spMkLst>
            <pc:docMk/>
            <pc:sldMk cId="3059436907" sldId="288"/>
            <ac:spMk id="8" creationId="{2C651B83-CC35-78E9-FCD9-87DA2A2ECFD8}"/>
          </ac:spMkLst>
        </pc:spChg>
        <pc:picChg chg="mod">
          <ac:chgData name="Kohnen, Zachary" userId="6c1fe754-db72-4bb0-a134-904fa1cc616e" providerId="ADAL" clId="{DC4AAE2C-0E30-458A-9AB2-602BFB6732CC}" dt="2025-06-30T11:28:53.558" v="6080" actId="14826"/>
          <ac:picMkLst>
            <pc:docMk/>
            <pc:sldMk cId="3059436907" sldId="288"/>
            <ac:picMk id="4" creationId="{89C53185-969F-EDB3-55DC-7B6AA9D31E7E}"/>
          </ac:picMkLst>
        </pc:picChg>
        <pc:picChg chg="mod">
          <ac:chgData name="Kohnen, Zachary" userId="6c1fe754-db72-4bb0-a134-904fa1cc616e" providerId="ADAL" clId="{DC4AAE2C-0E30-458A-9AB2-602BFB6732CC}" dt="2025-07-01T09:28:51.736" v="8025" actId="14826"/>
          <ac:picMkLst>
            <pc:docMk/>
            <pc:sldMk cId="3059436907" sldId="288"/>
            <ac:picMk id="9" creationId="{C7A09EC5-27D7-102E-7B5F-78A7A8BA0015}"/>
          </ac:picMkLst>
        </pc:picChg>
      </pc:sldChg>
      <pc:sldChg chg="delSp add del mod">
        <pc:chgData name="Kohnen, Zachary" userId="6c1fe754-db72-4bb0-a134-904fa1cc616e" providerId="ADAL" clId="{DC4AAE2C-0E30-458A-9AB2-602BFB6732CC}" dt="2025-06-30T11:44:07.694" v="6378" actId="47"/>
        <pc:sldMkLst>
          <pc:docMk/>
          <pc:sldMk cId="3233444088" sldId="289"/>
        </pc:sldMkLst>
        <pc:picChg chg="del">
          <ac:chgData name="Kohnen, Zachary" userId="6c1fe754-db72-4bb0-a134-904fa1cc616e" providerId="ADAL" clId="{DC4AAE2C-0E30-458A-9AB2-602BFB6732CC}" dt="2025-06-30T11:42:06.420" v="6373" actId="21"/>
          <ac:picMkLst>
            <pc:docMk/>
            <pc:sldMk cId="3233444088" sldId="289"/>
            <ac:picMk id="9" creationId="{FFEE27E0-6F12-5CAA-D927-D1230B67DCE6}"/>
          </ac:picMkLst>
        </pc:picChg>
      </pc:sldChg>
      <pc:sldChg chg="addSp delSp modSp add mod modNotesTx">
        <pc:chgData name="Kohnen, Zachary" userId="6c1fe754-db72-4bb0-a134-904fa1cc616e" providerId="ADAL" clId="{DC4AAE2C-0E30-458A-9AB2-602BFB6732CC}" dt="2025-07-01T10:09:13.130" v="9655" actId="20577"/>
        <pc:sldMkLst>
          <pc:docMk/>
          <pc:sldMk cId="2158612455" sldId="290"/>
        </pc:sldMkLst>
        <pc:spChg chg="del mod">
          <ac:chgData name="Kohnen, Zachary" userId="6c1fe754-db72-4bb0-a134-904fa1cc616e" providerId="ADAL" clId="{DC4AAE2C-0E30-458A-9AB2-602BFB6732CC}" dt="2025-06-30T11:45:15.883" v="6386" actId="478"/>
          <ac:spMkLst>
            <pc:docMk/>
            <pc:sldMk cId="2158612455" sldId="290"/>
            <ac:spMk id="4" creationId="{7A44A290-A084-1C85-92EC-7000472C3025}"/>
          </ac:spMkLst>
        </pc:spChg>
        <pc:spChg chg="mod">
          <ac:chgData name="Kohnen, Zachary" userId="6c1fe754-db72-4bb0-a134-904fa1cc616e" providerId="ADAL" clId="{DC4AAE2C-0E30-458A-9AB2-602BFB6732CC}" dt="2025-07-01T09:29:47.089" v="8030" actId="20577"/>
          <ac:spMkLst>
            <pc:docMk/>
            <pc:sldMk cId="2158612455" sldId="290"/>
            <ac:spMk id="8" creationId="{FB308587-7B80-5CD9-D4CD-63F902FEE2CD}"/>
          </ac:spMkLst>
        </pc:spChg>
        <pc:spChg chg="add mod">
          <ac:chgData name="Kohnen, Zachary" userId="6c1fe754-db72-4bb0-a134-904fa1cc616e" providerId="ADAL" clId="{DC4AAE2C-0E30-458A-9AB2-602BFB6732CC}" dt="2025-06-30T11:46:34.918" v="6427" actId="20577"/>
          <ac:spMkLst>
            <pc:docMk/>
            <pc:sldMk cId="2158612455" sldId="290"/>
            <ac:spMk id="14" creationId="{FD7F1CD7-182B-282E-FFDC-3C3E8E931708}"/>
          </ac:spMkLst>
        </pc:spChg>
        <pc:picChg chg="mod">
          <ac:chgData name="Kohnen, Zachary" userId="6c1fe754-db72-4bb0-a134-904fa1cc616e" providerId="ADAL" clId="{DC4AAE2C-0E30-458A-9AB2-602BFB6732CC}" dt="2025-06-30T11:42:34.687" v="6377" actId="14826"/>
          <ac:picMkLst>
            <pc:docMk/>
            <pc:sldMk cId="2158612455" sldId="290"/>
            <ac:picMk id="9" creationId="{5D344083-4116-E7FC-309B-09AB857C2B8D}"/>
          </ac:picMkLst>
        </pc:picChg>
        <pc:picChg chg="add mod">
          <ac:chgData name="Kohnen, Zachary" userId="6c1fe754-db72-4bb0-a134-904fa1cc616e" providerId="ADAL" clId="{DC4AAE2C-0E30-458A-9AB2-602BFB6732CC}" dt="2025-06-30T11:42:07.954" v="6374"/>
          <ac:picMkLst>
            <pc:docMk/>
            <pc:sldMk cId="2158612455" sldId="290"/>
            <ac:picMk id="11" creationId="{FFEE27E0-6F12-5CAA-D927-D1230B67DCE6}"/>
          </ac:picMkLst>
        </pc:picChg>
        <pc:picChg chg="del">
          <ac:chgData name="Kohnen, Zachary" userId="6c1fe754-db72-4bb0-a134-904fa1cc616e" providerId="ADAL" clId="{DC4AAE2C-0E30-458A-9AB2-602BFB6732CC}" dt="2025-06-30T11:45:06.218" v="6383" actId="478"/>
          <ac:picMkLst>
            <pc:docMk/>
            <pc:sldMk cId="2158612455" sldId="290"/>
            <ac:picMk id="12" creationId="{EF13D2A3-8F97-F5C9-1E87-1F1D845D1592}"/>
          </ac:picMkLst>
        </pc:picChg>
        <pc:picChg chg="del">
          <ac:chgData name="Kohnen, Zachary" userId="6c1fe754-db72-4bb0-a134-904fa1cc616e" providerId="ADAL" clId="{DC4AAE2C-0E30-458A-9AB2-602BFB6732CC}" dt="2025-06-30T11:45:06.218" v="6383" actId="478"/>
          <ac:picMkLst>
            <pc:docMk/>
            <pc:sldMk cId="2158612455" sldId="290"/>
            <ac:picMk id="13" creationId="{A3FB62B2-6FC8-D51E-E012-8D4E64C8EEA8}"/>
          </ac:picMkLst>
        </pc:picChg>
        <pc:picChg chg="add mod">
          <ac:chgData name="Kohnen, Zachary" userId="6c1fe754-db72-4bb0-a134-904fa1cc616e" providerId="ADAL" clId="{DC4AAE2C-0E30-458A-9AB2-602BFB6732CC}" dt="2025-06-30T11:45:06.507" v="6384"/>
          <ac:picMkLst>
            <pc:docMk/>
            <pc:sldMk cId="2158612455" sldId="290"/>
            <ac:picMk id="15" creationId="{4BA4B175-1525-80B3-782B-6436A000EEAB}"/>
          </ac:picMkLst>
        </pc:picChg>
        <pc:picChg chg="add mod">
          <ac:chgData name="Kohnen, Zachary" userId="6c1fe754-db72-4bb0-a134-904fa1cc616e" providerId="ADAL" clId="{DC4AAE2C-0E30-458A-9AB2-602BFB6732CC}" dt="2025-06-30T11:45:06.507" v="6384"/>
          <ac:picMkLst>
            <pc:docMk/>
            <pc:sldMk cId="2158612455" sldId="290"/>
            <ac:picMk id="16" creationId="{9AEA6CAE-DC36-0D68-FD7B-47853505DD69}"/>
          </ac:picMkLst>
        </pc:picChg>
      </pc:sldChg>
      <pc:sldChg chg="addSp delSp modSp add mod modNotesTx">
        <pc:chgData name="Kohnen, Zachary" userId="6c1fe754-db72-4bb0-a134-904fa1cc616e" providerId="ADAL" clId="{DC4AAE2C-0E30-458A-9AB2-602BFB6732CC}" dt="2025-07-01T10:10:12.644" v="9667" actId="20577"/>
        <pc:sldMkLst>
          <pc:docMk/>
          <pc:sldMk cId="365723322" sldId="291"/>
        </pc:sldMkLst>
        <pc:spChg chg="mod">
          <ac:chgData name="Kohnen, Zachary" userId="6c1fe754-db72-4bb0-a134-904fa1cc616e" providerId="ADAL" clId="{DC4AAE2C-0E30-458A-9AB2-602BFB6732CC}" dt="2025-07-01T09:29:54.584" v="8034" actId="20577"/>
          <ac:spMkLst>
            <pc:docMk/>
            <pc:sldMk cId="365723322" sldId="291"/>
            <ac:spMk id="8" creationId="{05D340D6-CE17-A2AD-831C-9023F4DC4CC2}"/>
          </ac:spMkLst>
        </pc:spChg>
        <pc:spChg chg="add del">
          <ac:chgData name="Kohnen, Zachary" userId="6c1fe754-db72-4bb0-a134-904fa1cc616e" providerId="ADAL" clId="{DC4AAE2C-0E30-458A-9AB2-602BFB6732CC}" dt="2025-07-01T09:30:05.827" v="8037" actId="478"/>
          <ac:spMkLst>
            <pc:docMk/>
            <pc:sldMk cId="365723322" sldId="291"/>
            <ac:spMk id="13" creationId="{1224C13C-8E5F-19A5-74E0-FCCB3163835D}"/>
          </ac:spMkLst>
        </pc:spChg>
        <pc:spChg chg="mod">
          <ac:chgData name="Kohnen, Zachary" userId="6c1fe754-db72-4bb0-a134-904fa1cc616e" providerId="ADAL" clId="{DC4AAE2C-0E30-458A-9AB2-602BFB6732CC}" dt="2025-06-30T11:57:43.668" v="7491" actId="20577"/>
          <ac:spMkLst>
            <pc:docMk/>
            <pc:sldMk cId="365723322" sldId="291"/>
            <ac:spMk id="15" creationId="{19390656-0706-E283-133D-79E1C01ABC95}"/>
          </ac:spMkLst>
        </pc:spChg>
        <pc:picChg chg="add mod modCrop">
          <ac:chgData name="Kohnen, Zachary" userId="6c1fe754-db72-4bb0-a134-904fa1cc616e" providerId="ADAL" clId="{DC4AAE2C-0E30-458A-9AB2-602BFB6732CC}" dt="2025-06-30T11:57:57.969" v="7493" actId="688"/>
          <ac:picMkLst>
            <pc:docMk/>
            <pc:sldMk cId="365723322" sldId="291"/>
            <ac:picMk id="4" creationId="{8F6ABA26-892F-F664-434A-10638EDAA0DE}"/>
          </ac:picMkLst>
        </pc:picChg>
        <pc:picChg chg="mod">
          <ac:chgData name="Kohnen, Zachary" userId="6c1fe754-db72-4bb0-a134-904fa1cc616e" providerId="ADAL" clId="{DC4AAE2C-0E30-458A-9AB2-602BFB6732CC}" dt="2025-07-01T09:30:01.753" v="8036" actId="1076"/>
          <ac:picMkLst>
            <pc:docMk/>
            <pc:sldMk cId="365723322" sldId="291"/>
            <ac:picMk id="12" creationId="{B055F925-6BAB-8624-C510-BFBB6B188005}"/>
          </ac:picMkLst>
        </pc:picChg>
      </pc:sldChg>
      <pc:sldChg chg="delSp add mod modNotesTx">
        <pc:chgData name="Kohnen, Zachary" userId="6c1fe754-db72-4bb0-a134-904fa1cc616e" providerId="ADAL" clId="{DC4AAE2C-0E30-458A-9AB2-602BFB6732CC}" dt="2025-07-01T09:46:09.171" v="9070" actId="20577"/>
        <pc:sldMkLst>
          <pc:docMk/>
          <pc:sldMk cId="20812701" sldId="292"/>
        </pc:sldMkLst>
        <pc:picChg chg="del">
          <ac:chgData name="Kohnen, Zachary" userId="6c1fe754-db72-4bb0-a134-904fa1cc616e" providerId="ADAL" clId="{DC4AAE2C-0E30-458A-9AB2-602BFB6732CC}" dt="2025-07-01T09:45:29.565" v="9060" actId="478"/>
          <ac:picMkLst>
            <pc:docMk/>
            <pc:sldMk cId="20812701" sldId="292"/>
            <ac:picMk id="20" creationId="{D07F3FFC-8E55-EF3D-9987-DDD0D7C6641C}"/>
          </ac:picMkLst>
        </pc:picChg>
      </pc:sldChg>
      <pc:sldChg chg="add del">
        <pc:chgData name="Kohnen, Zachary" userId="6c1fe754-db72-4bb0-a134-904fa1cc616e" providerId="ADAL" clId="{DC4AAE2C-0E30-458A-9AB2-602BFB6732CC}" dt="2025-07-01T09:39:32.193" v="8426"/>
        <pc:sldMkLst>
          <pc:docMk/>
          <pc:sldMk cId="447543204" sldId="292"/>
        </pc:sldMkLst>
      </pc:sldChg>
      <pc:sldChg chg="add modNotesTx">
        <pc:chgData name="Kohnen, Zachary" userId="6c1fe754-db72-4bb0-a134-904fa1cc616e" providerId="ADAL" clId="{DC4AAE2C-0E30-458A-9AB2-602BFB6732CC}" dt="2025-07-01T09:46:13.392" v="9072" actId="6549"/>
        <pc:sldMkLst>
          <pc:docMk/>
          <pc:sldMk cId="2086005181" sldId="293"/>
        </pc:sldMkLst>
      </pc:sldChg>
      <pc:sldChg chg="add modNotesTx">
        <pc:chgData name="Kohnen, Zachary" userId="6c1fe754-db72-4bb0-a134-904fa1cc616e" providerId="ADAL" clId="{DC4AAE2C-0E30-458A-9AB2-602BFB6732CC}" dt="2025-07-01T12:38:26.761" v="10102" actId="20577"/>
        <pc:sldMkLst>
          <pc:docMk/>
          <pc:sldMk cId="3164876735" sldId="294"/>
        </pc:sldMkLst>
      </pc:sldChg>
    </pc:docChg>
  </pc:docChgLst>
</pc:chgInfo>
</file>

<file path=ppt/comments/modernComment_11B_CE0CAC23.xml><?xml version="1.0" encoding="utf-8"?>
<p188:cmLst xmlns:a="http://schemas.openxmlformats.org/drawingml/2006/main" xmlns:r="http://schemas.openxmlformats.org/officeDocument/2006/relationships" xmlns:p188="http://schemas.microsoft.com/office/powerpoint/2018/8/main">
  <p188:cm id="{B65DAADC-0E91-4179-A75F-6E2E5DEF47C8}" authorId="{763B17C9-EE8F-C9CD-ADB4-F7C335547A7D}" created="2025-06-30T12:05:41.197">
    <ac:deMkLst xmlns:ac="http://schemas.microsoft.com/office/drawing/2013/main/command">
      <pc:docMk xmlns:pc="http://schemas.microsoft.com/office/powerpoint/2013/main/command"/>
      <pc:sldMk xmlns:pc="http://schemas.microsoft.com/office/powerpoint/2013/main/command" cId="3456936995" sldId="283"/>
      <ac:spMk id="11" creationId="{2593C86F-E87A-D93F-5306-706011F600D7}"/>
    </ac:deMkLst>
    <p188:txBody>
      <a:bodyPr/>
      <a:lstStyle/>
      <a:p>
        <a:r>
          <a:rPr lang="en-US"/>
          <a:t>Emphasize that what does work is actual data from the thermostat.</a:t>
        </a:r>
      </a:p>
    </p188:txBody>
  </p188:cm>
</p188:cmLst>
</file>

<file path=ppt/comments/modernComment_11E_34F0B9E5.xml><?xml version="1.0" encoding="utf-8"?>
<p188:cmLst xmlns:a="http://schemas.openxmlformats.org/drawingml/2006/main" xmlns:r="http://schemas.openxmlformats.org/officeDocument/2006/relationships" xmlns:p188="http://schemas.microsoft.com/office/powerpoint/2018/8/main">
  <p188:cm id="{19F64EF7-AEC5-4BE3-B62B-E85FFBA5B9FE}" authorId="{763B17C9-EE8F-C9CD-ADB4-F7C335547A7D}" status="resolved" created="2025-06-30T12:06:12.524" complete="100000">
    <pc:sldMkLst xmlns:pc="http://schemas.microsoft.com/office/powerpoint/2013/main/command">
      <pc:docMk/>
      <pc:sldMk cId="888191461" sldId="286"/>
    </pc:sldMkLst>
    <p188:txBody>
      <a:bodyPr/>
      <a:lstStyle/>
      <a:p>
        <a:r>
          <a:rPr lang="en-US"/>
          <a:t>Move the not working into the "future work/current work" w/ conclusions. (real-time)</a:t>
        </a:r>
      </a:p>
    </p188:txBody>
  </p188:cm>
  <p188:cm id="{D8506ADE-BD08-45A4-A399-052ACEB4963F}" authorId="{763B17C9-EE8F-C9CD-ADB4-F7C335547A7D}" status="resolved" created="2025-07-01T11:39:43.470" complete="100000">
    <pc:sldMkLst xmlns:pc="http://schemas.microsoft.com/office/powerpoint/2013/main/command">
      <pc:docMk/>
      <pc:sldMk cId="888191461" sldId="286"/>
    </pc:sldMkLst>
    <p188:txBody>
      <a:bodyPr/>
      <a:lstStyle/>
      <a:p>
        <a:r>
          <a:rPr lang="en-US"/>
          <a:t>Not smooth, maybe go back to first page. Thank audience.</a:t>
        </a:r>
      </a:p>
    </p188:txBody>
  </p188:cm>
</p188:cmLst>
</file>

<file path=ppt/comments/modernComment_113_3C96AE7.xml><?xml version="1.0" encoding="utf-8"?>
<p188:cmLst xmlns:a="http://schemas.openxmlformats.org/drawingml/2006/main" xmlns:r="http://schemas.openxmlformats.org/officeDocument/2006/relationships" xmlns:p188="http://schemas.microsoft.com/office/powerpoint/2018/8/main">
  <p188:cm id="{A65D13B4-DF97-4BD4-9C3F-E897C3A6B25A}" authorId="{763B17C9-EE8F-C9CD-ADB4-F7C335547A7D}" created="2025-06-30T12:05:04.638">
    <ac:deMkLst xmlns:ac="http://schemas.microsoft.com/office/drawing/2013/main/command">
      <pc:docMk xmlns:pc="http://schemas.microsoft.com/office/powerpoint/2013/main/command"/>
      <pc:sldMk xmlns:pc="http://schemas.microsoft.com/office/powerpoint/2013/main/command" cId="63531751" sldId="275"/>
      <ac:spMk id="2" creationId="{A39A85AA-BCC3-00D6-F9C0-A156F4C1ED8C}"/>
    </ac:deMkLst>
    <p188:txBody>
      <a:bodyPr/>
      <a:lstStyle/>
      <a:p>
        <a:r>
          <a:rPr lang="en-US"/>
          <a:t>(too many slides) (1 min per slide) (closer to 4-5 slides) Put slides in repo.</a:t>
        </a:r>
      </a:p>
    </p188:txBody>
  </p188:cm>
</p188:cmLst>
</file>

<file path=ppt/comments/modernComment_114_704F5AA.xml><?xml version="1.0" encoding="utf-8"?>
<p188:cmLst xmlns:a="http://schemas.openxmlformats.org/drawingml/2006/main" xmlns:r="http://schemas.openxmlformats.org/officeDocument/2006/relationships" xmlns:p188="http://schemas.microsoft.com/office/powerpoint/2018/8/main">
  <p188:cm id="{F7F80F73-67DF-400B-98D4-738D311B36C5}" authorId="{763B17C9-EE8F-C9CD-ADB4-F7C335547A7D}" status="resolved" created="2025-06-30T12:03:27.697" complete="100000">
    <ac:deMkLst xmlns:ac="http://schemas.microsoft.com/office/drawing/2013/main/command">
      <pc:docMk xmlns:pc="http://schemas.microsoft.com/office/powerpoint/2013/main/command"/>
      <pc:sldMk xmlns:pc="http://schemas.microsoft.com/office/powerpoint/2013/main/command" cId="117765546" sldId="276"/>
      <ac:spMk id="16" creationId="{94CEB0A1-57E2-02CF-4561-08A78BBFA236}"/>
    </ac:deMkLst>
    <p188:txBody>
      <a:bodyPr/>
      <a:lstStyle/>
      <a:p>
        <a:r>
          <a:rPr lang="en-US"/>
          <a:t>Show expected result</a:t>
        </a:r>
      </a:p>
    </p188:txBody>
    <p188:extLst>
      <p:ext xmlns:p="http://schemas.openxmlformats.org/presentationml/2006/main" uri="{57CB4572-C831-44C2-8A1C-0ADB6CCDFE69}">
        <p223:reactions xmlns:p223="http://schemas.microsoft.com/office/powerpoint/2022/03/main">
          <p223:rxn type="👍">
            <p223:instance time="2025-07-01T08:32:59.072" authorId="{763B17C9-EE8F-C9CD-ADB4-F7C335547A7D}"/>
          </p223:rxn>
        </p223:reactions>
      </p:ext>
    </p188:extLst>
  </p188:cm>
  <p188:cm id="{AA531EFC-B435-4351-894C-377CCE8C4619}" authorId="{763B17C9-EE8F-C9CD-ADB4-F7C335547A7D}" created="2025-06-30T12:03:41.936">
    <ac:deMkLst xmlns:ac="http://schemas.microsoft.com/office/drawing/2013/main/command">
      <pc:docMk xmlns:pc="http://schemas.microsoft.com/office/powerpoint/2013/main/command"/>
      <pc:sldMk xmlns:pc="http://schemas.microsoft.com/office/powerpoint/2013/main/command" cId="117765546" sldId="276"/>
      <ac:spMk id="10" creationId="{9885CBB9-E319-C9FE-529F-962B9BB7BEE8}"/>
    </ac:deMkLst>
    <p188:replyLst>
      <p188:reply id="{100E7A44-F85F-453D-BC61-4C862EBB2D8F}" authorId="{763B17C9-EE8F-C9CD-ADB4-F7C335547A7D}" created="2025-06-30T12:03:50.111">
        <p188:txBody>
          <a:bodyPr/>
          <a:lstStyle/>
          <a:p>
            <a:r>
              <a:rPr lang="en-US"/>
              <a:t>Problem description: Decoding Manchester-coded data from cheap devices like thermostats.
Important thing is the experience w/ tiny tapout, and how I approached problem description to asic design in X months (1 semester).</a:t>
            </a:r>
          </a:p>
        </p188:txBody>
      </p188:reply>
      <p188:reply id="{6B139859-4CA1-4C3F-AF11-8F9CF4EA14C4}" authorId="{763B17C9-EE8F-C9CD-ADB4-F7C335547A7D}" created="2025-06-30T12:04:16.125">
        <p188:txBody>
          <a:bodyPr/>
          <a:lstStyle/>
          <a:p>
            <a:r>
              <a:rPr lang="en-US"/>
              <a:t>story, more linear, setup the setting</a:t>
            </a:r>
          </a:p>
        </p188:txBody>
      </p188:reply>
      <p188:reply id="{3D4F2260-87B7-4543-BFF9-97FBBCC2FF43}" authorId="{763B17C9-EE8F-C9CD-ADB4-F7C335547A7D}" created="2025-06-30T12:05:28.942">
        <p188:txBody>
          <a:bodyPr/>
          <a:lstStyle/>
          <a:p>
            <a:r>
              <a:rPr lang="en-US"/>
              <a:t> put high level schedule in the earlier slides.</a:t>
            </a:r>
          </a:p>
        </p188:txBody>
      </p188:reply>
    </p188:replyLst>
    <p188:txBody>
      <a:bodyPr/>
      <a:lstStyle/>
      <a:p>
        <a:r>
          <a:rPr lang="en-US"/>
          <a:t>The “story”</a:t>
        </a:r>
      </a:p>
    </p188:txBody>
  </p188:cm>
  <p188:cm id="{EAC13C4C-E677-478B-A8F2-36777C94FC01}" authorId="{763B17C9-EE8F-C9CD-ADB4-F7C335547A7D}" status="resolved" created="2025-06-30T12:04:01.892" complete="100000">
    <ac:deMkLst xmlns:ac="http://schemas.microsoft.com/office/drawing/2013/main/command">
      <pc:docMk xmlns:pc="http://schemas.microsoft.com/office/powerpoint/2013/main/command"/>
      <pc:sldMk xmlns:pc="http://schemas.microsoft.com/office/powerpoint/2013/main/command" cId="117765546" sldId="276"/>
      <ac:picMk id="13" creationId="{D5ACE828-9906-C0D7-1CCD-3B15DEA8689A}"/>
    </ac:deMkLst>
    <p188:txBody>
      <a:bodyPr/>
      <a:lstStyle/>
      <a:p>
        <a:r>
          <a:rPr lang="en-US"/>
          <a:t>Clarify the transmitter sending to the reciever sending to TinyTapeout</a:t>
        </a:r>
      </a:p>
    </p188:txBody>
    <p188:extLst>
      <p:ext xmlns:p="http://schemas.openxmlformats.org/presentationml/2006/main" uri="{57CB4572-C831-44C2-8A1C-0ADB6CCDFE69}">
        <p223:reactions xmlns:p223="http://schemas.microsoft.com/office/powerpoint/2022/03/main">
          <p223:rxn type="👍">
            <p223:instance time="2025-07-01T08:32:53.555" authorId="{763B17C9-EE8F-C9CD-ADB4-F7C335547A7D}"/>
          </p223:rxn>
        </p223:reactions>
      </p:ext>
    </p188:extLst>
  </p188:cm>
  <p188:cm id="{AB9358FA-5B04-4B1D-ABBD-5760A6E3B3F1}" authorId="{763B17C9-EE8F-C9CD-ADB4-F7C335547A7D}" created="2025-07-01T11:40:28.997">
    <pc:sldMkLst xmlns:pc="http://schemas.microsoft.com/office/powerpoint/2013/main/command">
      <pc:docMk/>
      <pc:sldMk cId="117765546" sldId="276"/>
    </pc:sldMkLst>
    <p188:txBody>
      <a:bodyPr/>
      <a:lstStyle/>
      <a:p>
        <a:r>
          <a:rPr lang="en-US"/>
          <a:t>Explain with more detail the “pipeline”, what is being done. Wireless transmits, reciever recieves, my chip decodes.</a:t>
        </a:r>
      </a:p>
    </p188:txBody>
  </p188:cm>
</p188:cmLst>
</file>

<file path=ppt/comments/modernComment_116_FCB32604.xml><?xml version="1.0" encoding="utf-8"?>
<p188:cmLst xmlns:a="http://schemas.openxmlformats.org/drawingml/2006/main" xmlns:r="http://schemas.openxmlformats.org/officeDocument/2006/relationships" xmlns:p188="http://schemas.microsoft.com/office/powerpoint/2018/8/main">
  <p188:cm id="{35CE7F10-FD95-406E-95A1-9836B4DEE0D3}" authorId="{763B17C9-EE8F-C9CD-ADB4-F7C335547A7D}" status="resolved" created="2025-06-30T12:04:28.266" complete="100000">
    <ac:deMkLst xmlns:ac="http://schemas.microsoft.com/office/drawing/2013/main/command">
      <pc:docMk xmlns:pc="http://schemas.microsoft.com/office/powerpoint/2013/main/command"/>
      <pc:sldMk xmlns:pc="http://schemas.microsoft.com/office/powerpoint/2013/main/command" cId="4239599108" sldId="278"/>
      <ac:picMk id="11" creationId="{296F4F13-635F-2D2D-E692-07B6F3A985E0}"/>
    </ac:deMkLst>
    <p188:txBody>
      <a:bodyPr/>
      <a:lstStyle/>
      <a:p>
        <a:r>
          <a:rPr lang="en-US"/>
          <a:t>Overlay samples over original signal, </a:t>
        </a:r>
      </a:p>
    </p188:txBody>
  </p188:cm>
</p188:cmLst>
</file>

<file path=ppt/comments/modernComment_117_E4A7139D.xml><?xml version="1.0" encoding="utf-8"?>
<p188:cmLst xmlns:a="http://schemas.openxmlformats.org/drawingml/2006/main" xmlns:r="http://schemas.openxmlformats.org/officeDocument/2006/relationships" xmlns:p188="http://schemas.microsoft.com/office/powerpoint/2018/8/main">
  <p188:cm id="{DE62FF11-15EA-4870-AEA5-F68E28D79644}" authorId="{763B17C9-EE8F-C9CD-ADB4-F7C335547A7D}" created="2025-06-30T12:04:40.905">
    <ac:deMkLst xmlns:ac="http://schemas.microsoft.com/office/drawing/2013/main/command">
      <pc:docMk xmlns:pc="http://schemas.microsoft.com/office/powerpoint/2013/main/command"/>
      <pc:sldMk xmlns:pc="http://schemas.microsoft.com/office/powerpoint/2013/main/command" cId="3836154781" sldId="279"/>
      <ac:spMk id="10" creationId="{B9DDECA3-9682-E1C2-09BD-2E0FD0F4C2B0}"/>
    </ac:deMkLst>
    <p188:txBody>
      <a:bodyPr/>
      <a:lstStyle/>
      <a:p>
        <a:r>
          <a:rPr lang="en-US"/>
          <a:t>Spend a bit more time, this is the novelty. Need to explain this at a higher level... Transitions, animations to focus on each color at a time. Focus on the bigger picture.</a:t>
        </a:r>
      </a:p>
    </p188:txBody>
  </p188:cm>
</p188:cmLst>
</file>

<file path=ppt/comments/modernComment_118_8FAFD5D1.xml><?xml version="1.0" encoding="utf-8"?>
<p188:cmLst xmlns:a="http://schemas.openxmlformats.org/drawingml/2006/main" xmlns:r="http://schemas.openxmlformats.org/officeDocument/2006/relationships" xmlns:p188="http://schemas.microsoft.com/office/powerpoint/2018/8/main">
  <p188:cm id="{0FED9A9B-B948-40CC-BFC0-FD059B6A4A6D}" authorId="{763B17C9-EE8F-C9CD-ADB4-F7C335547A7D}" status="resolved" created="2025-06-30T12:04:50.730" complete="100000">
    <ac:deMkLst xmlns:ac="http://schemas.microsoft.com/office/drawing/2013/main/command">
      <pc:docMk xmlns:pc="http://schemas.microsoft.com/office/powerpoint/2013/main/command"/>
      <pc:sldMk xmlns:pc="http://schemas.microsoft.com/office/powerpoint/2013/main/command" cId="2410665425" sldId="280"/>
      <ac:picMk id="9" creationId="{98875F76-5F7B-948A-837F-F2287FBACAF9}"/>
    </ac:deMkLst>
    <p188:txBody>
      <a:bodyPr/>
      <a:lstStyle/>
      <a:p>
        <a:r>
          <a:rPr lang="en-US"/>
          <a:t>Too big</a:t>
        </a:r>
      </a:p>
    </p188:txBody>
  </p188:cm>
</p188:cmLst>
</file>

<file path=ppt/comments/modernComment_123_15CC7EBA.xml><?xml version="1.0" encoding="utf-8"?>
<p188:cmLst xmlns:a="http://schemas.openxmlformats.org/drawingml/2006/main" xmlns:r="http://schemas.openxmlformats.org/officeDocument/2006/relationships" xmlns:p188="http://schemas.microsoft.com/office/powerpoint/2018/8/main">
  <p188:cm id="{D8BCBCDB-8BD6-453B-AD5B-25617CCC2115}" authorId="{763B17C9-EE8F-C9CD-ADB4-F7C335547A7D}" created="2025-06-30T12:05:50.603">
    <ac:deMkLst xmlns:ac="http://schemas.microsoft.com/office/drawing/2013/main/command">
      <pc:docMk xmlns:pc="http://schemas.microsoft.com/office/powerpoint/2013/main/command"/>
      <pc:sldMk xmlns:pc="http://schemas.microsoft.com/office/powerpoint/2013/main/command" cId="365723322" sldId="291"/>
      <ac:spMk id="13" creationId="{1224C13C-8E5F-19A5-74E0-FCCB3163835D}"/>
    </ac:deMkLst>
    <p188:txBody>
      <a:bodyPr/>
      <a:lstStyle/>
      <a:p>
        <a:r>
          <a:rPr lang="en-US"/>
          <a:t>go back through the setup before the demo.</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D42978-33C9-4FB3-8952-6C987D5D96C3}" type="datetimeFigureOut">
              <a:rPr lang="en-US" smtClean="0"/>
              <a:t>2025-07-02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DA70CC-3AB8-43CC-9A0E-C106996D5D6A}" type="slidenum">
              <a:rPr lang="en-US" smtClean="0"/>
              <a:t>‹#›</a:t>
            </a:fld>
            <a:endParaRPr lang="en-US"/>
          </a:p>
        </p:txBody>
      </p:sp>
    </p:spTree>
    <p:extLst>
      <p:ext uri="{BB962C8B-B14F-4D97-AF65-F5344CB8AC3E}">
        <p14:creationId xmlns:p14="http://schemas.microsoft.com/office/powerpoint/2010/main" val="62455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[skip if said before] Hello, I am Zach, an Electrical Engineering student at Eindhoven University Technology in the Netherlands.</a:t>
            </a:r>
          </a:p>
          <a:p>
            <a:endParaRPr lang="LID4096" dirty="0"/>
          </a:p>
        </p:txBody>
      </p:sp>
      <p:sp>
        <p:nvSpPr>
          <p:cNvPr id="4" name="Slide Number Placeholder 3"/>
          <p:cNvSpPr>
            <a:spLocks noGrp="1"/>
          </p:cNvSpPr>
          <p:nvPr>
            <p:ph type="sldNum" sz="quarter" idx="5"/>
          </p:nvPr>
        </p:nvSpPr>
        <p:spPr/>
        <p:txBody>
          <a:bodyPr/>
          <a:lstStyle/>
          <a:p>
            <a:fld id="{8FDA70CC-3AB8-43CC-9A0E-C106996D5D6A}" type="slidenum">
              <a:rPr lang="en-US" smtClean="0"/>
              <a:t>1</a:t>
            </a:fld>
            <a:endParaRPr lang="en-US"/>
          </a:p>
        </p:txBody>
      </p:sp>
    </p:spTree>
    <p:extLst>
      <p:ext uri="{BB962C8B-B14F-4D97-AF65-F5344CB8AC3E}">
        <p14:creationId xmlns:p14="http://schemas.microsoft.com/office/powerpoint/2010/main" val="28931829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year, for my Bachelor’s graduation project, The goal was to use </a:t>
            </a:r>
            <a:r>
              <a:rPr lang="en-US" dirty="0" err="1"/>
              <a:t>TinyTapout</a:t>
            </a:r>
            <a:r>
              <a:rPr lang="en-US" dirty="0"/>
              <a:t> to create a decoder for Manchester coded signals from a wireless thermostat.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 had heard about the </a:t>
            </a:r>
            <a:r>
              <a:rPr lang="en-US" dirty="0" err="1"/>
              <a:t>TinyTapout</a:t>
            </a:r>
            <a:r>
              <a:rPr lang="en-US" dirty="0"/>
              <a:t> project and was excited for the opportunity to design my own piece of silicon. Coming from a more embedded-systems and programming background, I never thought I would have been able to produce my own chip.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final project had a timeline of 16 weeks, including background research, and development.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Breathe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thermostat will transmit its measured and set temperature at regular intervals.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keep the design on the chip simple, it was decided to use a low-cost off-the-shelf receiver.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would demodulate the signal from the thermostat and provide the underlying digital signal to my design, which will then be responsible for handling the Manchester coding, detecting the incoming frames, and extracting the payload from them.</a:t>
            </a:r>
          </a:p>
        </p:txBody>
      </p:sp>
      <p:sp>
        <p:nvSpPr>
          <p:cNvPr id="4" name="Slide Number Placeholder 3"/>
          <p:cNvSpPr>
            <a:spLocks noGrp="1"/>
          </p:cNvSpPr>
          <p:nvPr>
            <p:ph type="sldNum" sz="quarter" idx="5"/>
          </p:nvPr>
        </p:nvSpPr>
        <p:spPr/>
        <p:txBody>
          <a:bodyPr/>
          <a:lstStyle/>
          <a:p>
            <a:fld id="{8FDA70CC-3AB8-43CC-9A0E-C106996D5D6A}" type="slidenum">
              <a:rPr lang="en-US" smtClean="0"/>
              <a:t>2</a:t>
            </a:fld>
            <a:endParaRPr lang="en-US"/>
          </a:p>
        </p:txBody>
      </p:sp>
    </p:spTree>
    <p:extLst>
      <p:ext uri="{BB962C8B-B14F-4D97-AF65-F5344CB8AC3E}">
        <p14:creationId xmlns:p14="http://schemas.microsoft.com/office/powerpoint/2010/main" val="29597207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7CA57-8BEC-CBEE-9DE6-8F0207EF1A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78B5B7-CD77-ED6A-CB38-4D4B86CC1F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3BC2EF-79AD-B9D2-46DD-F5A650B403E6}"/>
              </a:ext>
            </a:extLst>
          </p:cNvPr>
          <p:cNvSpPr>
            <a:spLocks noGrp="1"/>
          </p:cNvSpPr>
          <p:nvPr>
            <p:ph type="body" idx="1"/>
          </p:nvPr>
        </p:nvSpPr>
        <p:spPr/>
        <p:txBody>
          <a:bodyPr/>
          <a:lstStyle/>
          <a:p>
            <a:r>
              <a:rPr lang="en-US" dirty="0"/>
              <a:t>At the top of the screen, we can see a transmitted frame from the thermostat, captured by the receiver. The data has been encoded with Manchester coding.</a:t>
            </a:r>
          </a:p>
        </p:txBody>
      </p:sp>
      <p:sp>
        <p:nvSpPr>
          <p:cNvPr id="4" name="Slide Number Placeholder 3">
            <a:extLst>
              <a:ext uri="{FF2B5EF4-FFF2-40B4-BE49-F238E27FC236}">
                <a16:creationId xmlns:a16="http://schemas.microsoft.com/office/drawing/2014/main" id="{EFB99657-F839-8D3C-E229-7A2573929151}"/>
              </a:ext>
            </a:extLst>
          </p:cNvPr>
          <p:cNvSpPr>
            <a:spLocks noGrp="1"/>
          </p:cNvSpPr>
          <p:nvPr>
            <p:ph type="sldNum" sz="quarter" idx="5"/>
          </p:nvPr>
        </p:nvSpPr>
        <p:spPr/>
        <p:txBody>
          <a:bodyPr/>
          <a:lstStyle/>
          <a:p>
            <a:fld id="{8FDA70CC-3AB8-43CC-9A0E-C106996D5D6A}" type="slidenum">
              <a:rPr lang="en-US" smtClean="0"/>
              <a:t>3</a:t>
            </a:fld>
            <a:endParaRPr lang="en-US"/>
          </a:p>
        </p:txBody>
      </p:sp>
    </p:spTree>
    <p:extLst>
      <p:ext uri="{BB962C8B-B14F-4D97-AF65-F5344CB8AC3E}">
        <p14:creationId xmlns:p14="http://schemas.microsoft.com/office/powerpoint/2010/main" val="3484648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B3362-8CE8-2D03-A638-C1B1DCF12B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77F310-5120-17F0-4CF9-BB5C407A95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DC827D-C259-3D2B-6502-AE83F664858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Manchester coding uses two symbols, a falling symbol and rising symbol. Each symbol contains a data-carrying edge. Since the encoded signal sent by the thermostat has quite a low frequency (1kHz), oversampling the incoming data at 20kHz was chosen to remove the need for complicated clock disciplining or the need for a PLL.</a:t>
            </a:r>
          </a:p>
        </p:txBody>
      </p:sp>
      <p:sp>
        <p:nvSpPr>
          <p:cNvPr id="4" name="Slide Number Placeholder 3">
            <a:extLst>
              <a:ext uri="{FF2B5EF4-FFF2-40B4-BE49-F238E27FC236}">
                <a16:creationId xmlns:a16="http://schemas.microsoft.com/office/drawing/2014/main" id="{38EBFE88-D8B1-9871-D3F7-206E7D8BD761}"/>
              </a:ext>
            </a:extLst>
          </p:cNvPr>
          <p:cNvSpPr>
            <a:spLocks noGrp="1"/>
          </p:cNvSpPr>
          <p:nvPr>
            <p:ph type="sldNum" sz="quarter" idx="5"/>
          </p:nvPr>
        </p:nvSpPr>
        <p:spPr/>
        <p:txBody>
          <a:bodyPr/>
          <a:lstStyle/>
          <a:p>
            <a:fld id="{8FDA70CC-3AB8-43CC-9A0E-C106996D5D6A}" type="slidenum">
              <a:rPr lang="en-US" smtClean="0"/>
              <a:t>4</a:t>
            </a:fld>
            <a:endParaRPr lang="en-US"/>
          </a:p>
        </p:txBody>
      </p:sp>
    </p:spTree>
    <p:extLst>
      <p:ext uri="{BB962C8B-B14F-4D97-AF65-F5344CB8AC3E}">
        <p14:creationId xmlns:p14="http://schemas.microsoft.com/office/powerpoint/2010/main" val="1923061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7F48A-52FA-7E8B-4036-3EB5F9620E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B7B6F-06E4-1230-790A-6DED25859D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67B0D-3583-995F-89DD-CBA71F43B500}"/>
              </a:ext>
            </a:extLst>
          </p:cNvPr>
          <p:cNvSpPr>
            <a:spLocks noGrp="1"/>
          </p:cNvSpPr>
          <p:nvPr>
            <p:ph type="body" idx="1"/>
          </p:nvPr>
        </p:nvSpPr>
        <p:spPr/>
        <p:txBody>
          <a:bodyPr/>
          <a:lstStyle/>
          <a:p>
            <a:r>
              <a:rPr lang="en-US"/>
              <a:t>Although </a:t>
            </a:r>
            <a:r>
              <a:rPr lang="en-US" dirty="0"/>
              <a:t>there is only one data-carrying edge per symbol, placing the same symbol back-to-back will result in 3 edges which can be seen at the bottom. Only the colored lines represent data-carrying level transitions, but there are 5 other edges in this snapshot.</a:t>
            </a:r>
          </a:p>
        </p:txBody>
      </p:sp>
      <p:sp>
        <p:nvSpPr>
          <p:cNvPr id="4" name="Slide Number Placeholder 3">
            <a:extLst>
              <a:ext uri="{FF2B5EF4-FFF2-40B4-BE49-F238E27FC236}">
                <a16:creationId xmlns:a16="http://schemas.microsoft.com/office/drawing/2014/main" id="{A018F60A-FD02-EE7E-B5DA-258F6E95C8C7}"/>
              </a:ext>
            </a:extLst>
          </p:cNvPr>
          <p:cNvSpPr>
            <a:spLocks noGrp="1"/>
          </p:cNvSpPr>
          <p:nvPr>
            <p:ph type="sldNum" sz="quarter" idx="5"/>
          </p:nvPr>
        </p:nvSpPr>
        <p:spPr/>
        <p:txBody>
          <a:bodyPr/>
          <a:lstStyle/>
          <a:p>
            <a:fld id="{8FDA70CC-3AB8-43CC-9A0E-C106996D5D6A}" type="slidenum">
              <a:rPr lang="en-US" smtClean="0"/>
              <a:t>5</a:t>
            </a:fld>
            <a:endParaRPr lang="en-US"/>
          </a:p>
        </p:txBody>
      </p:sp>
    </p:spTree>
    <p:extLst>
      <p:ext uri="{BB962C8B-B14F-4D97-AF65-F5344CB8AC3E}">
        <p14:creationId xmlns:p14="http://schemas.microsoft.com/office/powerpoint/2010/main" val="14480065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F8924-B8CB-02D9-444E-C69D0199A8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42D7E5-1D5A-DDEA-A45F-95DCAA3ED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ED4A00-AEAE-33CC-86FC-80B12BE234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It is the job of the state machine to detect each edge and filter just the data-carrying ones.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was implemented with a timer-based approach. This was chosen to simplify the logic required, only utilizing a timer and a state machine.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state machine will wait for the first quarter of the samples to be received (in yellow).</a:t>
            </a:r>
          </a:p>
        </p:txBody>
      </p:sp>
      <p:sp>
        <p:nvSpPr>
          <p:cNvPr id="4" name="Slide Number Placeholder 3">
            <a:extLst>
              <a:ext uri="{FF2B5EF4-FFF2-40B4-BE49-F238E27FC236}">
                <a16:creationId xmlns:a16="http://schemas.microsoft.com/office/drawing/2014/main" id="{6FEBDF09-A012-DEEB-A2E4-57181E0A6858}"/>
              </a:ext>
            </a:extLst>
          </p:cNvPr>
          <p:cNvSpPr>
            <a:spLocks noGrp="1"/>
          </p:cNvSpPr>
          <p:nvPr>
            <p:ph type="sldNum" sz="quarter" idx="5"/>
          </p:nvPr>
        </p:nvSpPr>
        <p:spPr/>
        <p:txBody>
          <a:bodyPr/>
          <a:lstStyle/>
          <a:p>
            <a:fld id="{8FDA70CC-3AB8-43CC-9A0E-C106996D5D6A}" type="slidenum">
              <a:rPr lang="en-US" smtClean="0"/>
              <a:t>6</a:t>
            </a:fld>
            <a:endParaRPr lang="en-US"/>
          </a:p>
        </p:txBody>
      </p:sp>
    </p:spTree>
    <p:extLst>
      <p:ext uri="{BB962C8B-B14F-4D97-AF65-F5344CB8AC3E}">
        <p14:creationId xmlns:p14="http://schemas.microsoft.com/office/powerpoint/2010/main" val="951666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5A92-0E41-AF13-1D6D-429D94A05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7CD8BF-49C7-294F-9D5B-DE4CDA153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B6F5A-8535-DF6C-CFBC-5BF5ABC9824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the state machine will wait for a positive or negative edge (in green).</a:t>
            </a:r>
          </a:p>
          <a:p>
            <a:endParaRPr lang="en-US" dirty="0"/>
          </a:p>
        </p:txBody>
      </p:sp>
      <p:sp>
        <p:nvSpPr>
          <p:cNvPr id="4" name="Slide Number Placeholder 3">
            <a:extLst>
              <a:ext uri="{FF2B5EF4-FFF2-40B4-BE49-F238E27FC236}">
                <a16:creationId xmlns:a16="http://schemas.microsoft.com/office/drawing/2014/main" id="{CDC726C9-8BF3-A7C9-88DE-4736A4E5E428}"/>
              </a:ext>
            </a:extLst>
          </p:cNvPr>
          <p:cNvSpPr>
            <a:spLocks noGrp="1"/>
          </p:cNvSpPr>
          <p:nvPr>
            <p:ph type="sldNum" sz="quarter" idx="5"/>
          </p:nvPr>
        </p:nvSpPr>
        <p:spPr/>
        <p:txBody>
          <a:bodyPr/>
          <a:lstStyle/>
          <a:p>
            <a:fld id="{8FDA70CC-3AB8-43CC-9A0E-C106996D5D6A}" type="slidenum">
              <a:rPr lang="en-US" smtClean="0"/>
              <a:t>7</a:t>
            </a:fld>
            <a:endParaRPr lang="en-US"/>
          </a:p>
        </p:txBody>
      </p:sp>
    </p:spTree>
    <p:extLst>
      <p:ext uri="{BB962C8B-B14F-4D97-AF65-F5344CB8AC3E}">
        <p14:creationId xmlns:p14="http://schemas.microsoft.com/office/powerpoint/2010/main" val="35157126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5FE4-0F5B-A70C-3062-63B24BB1D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80D7A-B494-3FF0-7AB1-3A7DB2B2A4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3DFAE5-6959-FB51-B0E7-6075CBEF8D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Once an edge has been detected, the state machine will send out the Manchester clock signal, and the symbol value.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state machine will then wait for the remaining samples (in purple).</a:t>
            </a:r>
          </a:p>
          <a:p>
            <a:endParaRPr lang="en-US" dirty="0"/>
          </a:p>
          <a:p>
            <a:r>
              <a:rPr lang="en-US" dirty="0"/>
              <a:t>This loop will repeat until an edge is not found for 9 samples, which represents the end of the transmission.</a:t>
            </a:r>
          </a:p>
        </p:txBody>
      </p:sp>
      <p:sp>
        <p:nvSpPr>
          <p:cNvPr id="4" name="Slide Number Placeholder 3">
            <a:extLst>
              <a:ext uri="{FF2B5EF4-FFF2-40B4-BE49-F238E27FC236}">
                <a16:creationId xmlns:a16="http://schemas.microsoft.com/office/drawing/2014/main" id="{908EF52B-F131-F9B1-954C-23DE8DC807D8}"/>
              </a:ext>
            </a:extLst>
          </p:cNvPr>
          <p:cNvSpPr>
            <a:spLocks noGrp="1"/>
          </p:cNvSpPr>
          <p:nvPr>
            <p:ph type="sldNum" sz="quarter" idx="5"/>
          </p:nvPr>
        </p:nvSpPr>
        <p:spPr/>
        <p:txBody>
          <a:bodyPr/>
          <a:lstStyle/>
          <a:p>
            <a:fld id="{8FDA70CC-3AB8-43CC-9A0E-C106996D5D6A}" type="slidenum">
              <a:rPr lang="en-US" smtClean="0"/>
              <a:t>8</a:t>
            </a:fld>
            <a:endParaRPr lang="en-US"/>
          </a:p>
        </p:txBody>
      </p:sp>
    </p:spTree>
    <p:extLst>
      <p:ext uri="{BB962C8B-B14F-4D97-AF65-F5344CB8AC3E}">
        <p14:creationId xmlns:p14="http://schemas.microsoft.com/office/powerpoint/2010/main" val="18670199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7150-CA69-99EF-CA82-6D319C289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64730E-FA18-497A-1431-BF013E813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4E5AC2-6699-50EF-F1FD-B1057825DAF6}"/>
              </a:ext>
            </a:extLst>
          </p:cNvPr>
          <p:cNvSpPr>
            <a:spLocks noGrp="1"/>
          </p:cNvSpPr>
          <p:nvPr>
            <p:ph type="body" idx="1"/>
          </p:nvPr>
        </p:nvSpPr>
        <p:spPr/>
        <p:txBody>
          <a:bodyPr/>
          <a:lstStyle/>
          <a:p>
            <a:r>
              <a:rPr lang="en-US" strike="noStrike" dirty="0"/>
              <a:t>Looking back at the frame sent by the thermostat, it can be broken in half into two sections, a preamble which is constant between transmissions, and a data section which contains the variable data.</a:t>
            </a:r>
          </a:p>
          <a:p>
            <a:endParaRPr lang="en-US" strike="noStrike" dirty="0"/>
          </a:p>
          <a:p>
            <a:r>
              <a:rPr lang="en-US" dirty="0"/>
              <a:t>Since the preamble does not contain useful data, it does not need to be stored.</a:t>
            </a:r>
          </a:p>
          <a:p>
            <a:endParaRPr lang="en-US" dirty="0"/>
          </a:p>
          <a:p>
            <a:r>
              <a:rPr lang="en-US" dirty="0"/>
              <a:t>The preamble and data sections can share the same shift buffer. </a:t>
            </a:r>
          </a:p>
          <a:p>
            <a:endParaRPr lang="en-US" dirty="0"/>
          </a:p>
          <a:p>
            <a:r>
              <a:rPr lang="en-US" dirty="0"/>
              <a:t>The shift buffer will first be filled with the preamble, which will be verified to ensure synchronization, then the shift register will continue to shift in the next 96 bits containing the frame’s data.</a:t>
            </a:r>
          </a:p>
          <a:p>
            <a:endParaRPr lang="en-US" strike="noStrike" dirty="0"/>
          </a:p>
        </p:txBody>
      </p:sp>
      <p:sp>
        <p:nvSpPr>
          <p:cNvPr id="4" name="Slide Number Placeholder 3">
            <a:extLst>
              <a:ext uri="{FF2B5EF4-FFF2-40B4-BE49-F238E27FC236}">
                <a16:creationId xmlns:a16="http://schemas.microsoft.com/office/drawing/2014/main" id="{963A214C-4A9E-6BF4-E501-70697A574913}"/>
              </a:ext>
            </a:extLst>
          </p:cNvPr>
          <p:cNvSpPr>
            <a:spLocks noGrp="1"/>
          </p:cNvSpPr>
          <p:nvPr>
            <p:ph type="sldNum" sz="quarter" idx="5"/>
          </p:nvPr>
        </p:nvSpPr>
        <p:spPr/>
        <p:txBody>
          <a:bodyPr/>
          <a:lstStyle/>
          <a:p>
            <a:fld id="{8FDA70CC-3AB8-43CC-9A0E-C106996D5D6A}" type="slidenum">
              <a:rPr lang="en-US" smtClean="0"/>
              <a:t>9</a:t>
            </a:fld>
            <a:endParaRPr lang="en-US"/>
          </a:p>
        </p:txBody>
      </p:sp>
    </p:spTree>
    <p:extLst>
      <p:ext uri="{BB962C8B-B14F-4D97-AF65-F5344CB8AC3E}">
        <p14:creationId xmlns:p14="http://schemas.microsoft.com/office/powerpoint/2010/main" val="32839287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26B7A-4DC4-58CF-0725-329AAB51D6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2DBA36-0FD6-0038-D529-9082DB0DA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40C4C7-437C-198A-8818-883826CBF07E}"/>
              </a:ext>
            </a:extLst>
          </p:cNvPr>
          <p:cNvSpPr>
            <a:spLocks noGrp="1"/>
          </p:cNvSpPr>
          <p:nvPr>
            <p:ph type="body" idx="1"/>
          </p:nvPr>
        </p:nvSpPr>
        <p:spPr/>
        <p:txBody>
          <a:bodyPr/>
          <a:lstStyle/>
          <a:p>
            <a:r>
              <a:rPr lang="en-US" dirty="0"/>
              <a:t>Sharing one register between the preamble and the data sections helped to decrease the utilization of the design to be able to fit within one </a:t>
            </a:r>
            <a:r>
              <a:rPr lang="en-US" dirty="0" err="1"/>
              <a:t>TinyTapeout</a:t>
            </a:r>
            <a:r>
              <a:rPr lang="en-US" dirty="0"/>
              <a:t> tile, which you can see a rendering of on the right.</a:t>
            </a:r>
          </a:p>
          <a:p>
            <a:endParaRPr lang="en-US" dirty="0"/>
          </a:p>
          <a:p>
            <a:r>
              <a:rPr lang="en-US" dirty="0"/>
              <a:t>The </a:t>
            </a:r>
            <a:r>
              <a:rPr lang="en-US" dirty="0" err="1"/>
              <a:t>TinyTapeout</a:t>
            </a:r>
            <a:r>
              <a:rPr lang="en-US" dirty="0"/>
              <a:t> discord community was a great help regarding optimization, especially for a beginner like me.</a:t>
            </a:r>
          </a:p>
        </p:txBody>
      </p:sp>
      <p:sp>
        <p:nvSpPr>
          <p:cNvPr id="4" name="Slide Number Placeholder 3">
            <a:extLst>
              <a:ext uri="{FF2B5EF4-FFF2-40B4-BE49-F238E27FC236}">
                <a16:creationId xmlns:a16="http://schemas.microsoft.com/office/drawing/2014/main" id="{94C050E5-3B85-4295-9CF7-5FD09D01D07F}"/>
              </a:ext>
            </a:extLst>
          </p:cNvPr>
          <p:cNvSpPr>
            <a:spLocks noGrp="1"/>
          </p:cNvSpPr>
          <p:nvPr>
            <p:ph type="sldNum" sz="quarter" idx="5"/>
          </p:nvPr>
        </p:nvSpPr>
        <p:spPr/>
        <p:txBody>
          <a:bodyPr/>
          <a:lstStyle/>
          <a:p>
            <a:fld id="{8FDA70CC-3AB8-43CC-9A0E-C106996D5D6A}" type="slidenum">
              <a:rPr lang="en-US" smtClean="0"/>
              <a:t>10</a:t>
            </a:fld>
            <a:endParaRPr lang="en-US"/>
          </a:p>
        </p:txBody>
      </p:sp>
    </p:spTree>
    <p:extLst>
      <p:ext uri="{BB962C8B-B14F-4D97-AF65-F5344CB8AC3E}">
        <p14:creationId xmlns:p14="http://schemas.microsoft.com/office/powerpoint/2010/main" val="3695272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E1F4D4-A5C2-4AF0-2163-053C886451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74BF1-BB8F-4C69-AD66-08C601B90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4A1C41-D5DD-C6F7-8201-4A81524B34F5}"/>
              </a:ext>
            </a:extLst>
          </p:cNvPr>
          <p:cNvSpPr>
            <a:spLocks noGrp="1"/>
          </p:cNvSpPr>
          <p:nvPr>
            <p:ph type="body" idx="1"/>
          </p:nvPr>
        </p:nvSpPr>
        <p:spPr/>
        <p:txBody>
          <a:bodyPr/>
          <a:lstStyle/>
          <a:p>
            <a:r>
              <a:rPr lang="en-US" dirty="0"/>
              <a:t>There were a few other design changes that were implemented to reduce the footprint of the ASIC design which an FPGA design would not have to worry itself with, and with these I was able to reduce the footprint further from 62% to 32%.</a:t>
            </a:r>
          </a:p>
        </p:txBody>
      </p:sp>
      <p:sp>
        <p:nvSpPr>
          <p:cNvPr id="4" name="Slide Number Placeholder 3">
            <a:extLst>
              <a:ext uri="{FF2B5EF4-FFF2-40B4-BE49-F238E27FC236}">
                <a16:creationId xmlns:a16="http://schemas.microsoft.com/office/drawing/2014/main" id="{3FEFAE04-09D0-9194-1C9C-9BFCAA6A9006}"/>
              </a:ext>
            </a:extLst>
          </p:cNvPr>
          <p:cNvSpPr>
            <a:spLocks noGrp="1"/>
          </p:cNvSpPr>
          <p:nvPr>
            <p:ph type="sldNum" sz="quarter" idx="5"/>
          </p:nvPr>
        </p:nvSpPr>
        <p:spPr/>
        <p:txBody>
          <a:bodyPr/>
          <a:lstStyle/>
          <a:p>
            <a:fld id="{8FDA70CC-3AB8-43CC-9A0E-C106996D5D6A}" type="slidenum">
              <a:rPr lang="en-US" smtClean="0"/>
              <a:t>11</a:t>
            </a:fld>
            <a:endParaRPr lang="en-US"/>
          </a:p>
        </p:txBody>
      </p:sp>
    </p:spTree>
    <p:extLst>
      <p:ext uri="{BB962C8B-B14F-4D97-AF65-F5344CB8AC3E}">
        <p14:creationId xmlns:p14="http://schemas.microsoft.com/office/powerpoint/2010/main" val="25901854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D2FA-6BD0-0F2E-2F64-7DF6416F87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AC5CE-63C9-2575-D6BF-0D612B9BF0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93662D-C2FF-44E4-8F6C-9C1585A682DE}"/>
              </a:ext>
            </a:extLst>
          </p:cNvPr>
          <p:cNvSpPr>
            <a:spLocks noGrp="1"/>
          </p:cNvSpPr>
          <p:nvPr>
            <p:ph type="body" idx="1"/>
          </p:nvPr>
        </p:nvSpPr>
        <p:spPr/>
        <p:txBody>
          <a:bodyPr/>
          <a:lstStyle/>
          <a:p>
            <a:r>
              <a:rPr lang="en-US" dirty="0"/>
              <a:t>While developing the Verilog, it was very important to have testing setup to verify the design</a:t>
            </a:r>
          </a:p>
          <a:p>
            <a:endParaRPr lang="en-US" dirty="0"/>
          </a:p>
          <a:p>
            <a:r>
              <a:rPr lang="en-US" dirty="0"/>
              <a:t>Transmissions were captured from the thermostat using the RXB6 receiver. These were then replayed in the test bench to validate the behavior of the design. Testing against this real-world data was important to ensure that the design could be tested in as close to the final setup as possible.</a:t>
            </a:r>
          </a:p>
        </p:txBody>
      </p:sp>
      <p:sp>
        <p:nvSpPr>
          <p:cNvPr id="4" name="Slide Number Placeholder 3">
            <a:extLst>
              <a:ext uri="{FF2B5EF4-FFF2-40B4-BE49-F238E27FC236}">
                <a16:creationId xmlns:a16="http://schemas.microsoft.com/office/drawing/2014/main" id="{156ED0F3-8D32-6BBA-73CE-C6C898C48EB8}"/>
              </a:ext>
            </a:extLst>
          </p:cNvPr>
          <p:cNvSpPr>
            <a:spLocks noGrp="1"/>
          </p:cNvSpPr>
          <p:nvPr>
            <p:ph type="sldNum" sz="quarter" idx="5"/>
          </p:nvPr>
        </p:nvSpPr>
        <p:spPr/>
        <p:txBody>
          <a:bodyPr/>
          <a:lstStyle/>
          <a:p>
            <a:fld id="{8FDA70CC-3AB8-43CC-9A0E-C106996D5D6A}" type="slidenum">
              <a:rPr lang="en-US" smtClean="0"/>
              <a:t>12</a:t>
            </a:fld>
            <a:endParaRPr lang="en-US"/>
          </a:p>
        </p:txBody>
      </p:sp>
    </p:spTree>
    <p:extLst>
      <p:ext uri="{BB962C8B-B14F-4D97-AF65-F5344CB8AC3E}">
        <p14:creationId xmlns:p14="http://schemas.microsoft.com/office/powerpoint/2010/main" val="4283519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6A12B-4A8B-46A3-9EDC-5B90CAE2C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A96975-E5E9-DE4E-7177-996A8176E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A38CF-D3C2-268C-9337-EAFAB2C69771}"/>
              </a:ext>
            </a:extLst>
          </p:cNvPr>
          <p:cNvSpPr>
            <a:spLocks noGrp="1"/>
          </p:cNvSpPr>
          <p:nvPr>
            <p:ph type="body" idx="1"/>
          </p:nvPr>
        </p:nvSpPr>
        <p:spPr/>
        <p:txBody>
          <a:bodyPr/>
          <a:lstStyle/>
          <a:p>
            <a:r>
              <a:rPr lang="en-US" dirty="0"/>
              <a:t>I tested the design using a logic analyzer and the onboard microcontroller.</a:t>
            </a:r>
          </a:p>
          <a:p>
            <a:endParaRPr lang="en-US" dirty="0"/>
          </a:p>
          <a:p>
            <a:r>
              <a:rPr lang="en-US" dirty="0"/>
              <a:t>The microcontroller was programmed to be able to readout the data on the chip, as well as to perform reset and clocking for the ASIC</a:t>
            </a:r>
          </a:p>
        </p:txBody>
      </p:sp>
      <p:sp>
        <p:nvSpPr>
          <p:cNvPr id="4" name="Slide Number Placeholder 3">
            <a:extLst>
              <a:ext uri="{FF2B5EF4-FFF2-40B4-BE49-F238E27FC236}">
                <a16:creationId xmlns:a16="http://schemas.microsoft.com/office/drawing/2014/main" id="{C9EF89F9-9FBD-92A5-0A08-D698F3EC3FCD}"/>
              </a:ext>
            </a:extLst>
          </p:cNvPr>
          <p:cNvSpPr>
            <a:spLocks noGrp="1"/>
          </p:cNvSpPr>
          <p:nvPr>
            <p:ph type="sldNum" sz="quarter" idx="5"/>
          </p:nvPr>
        </p:nvSpPr>
        <p:spPr/>
        <p:txBody>
          <a:bodyPr/>
          <a:lstStyle/>
          <a:p>
            <a:fld id="{8FDA70CC-3AB8-43CC-9A0E-C106996D5D6A}" type="slidenum">
              <a:rPr lang="en-US" smtClean="0"/>
              <a:t>13</a:t>
            </a:fld>
            <a:endParaRPr lang="en-US"/>
          </a:p>
        </p:txBody>
      </p:sp>
    </p:spTree>
    <p:extLst>
      <p:ext uri="{BB962C8B-B14F-4D97-AF65-F5344CB8AC3E}">
        <p14:creationId xmlns:p14="http://schemas.microsoft.com/office/powerpoint/2010/main" val="1031141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 will show a quick demo of a message being sent to the chip from the logic analyzer’s waveform generator.</a:t>
            </a:r>
          </a:p>
          <a:p>
            <a:endParaRPr lang="en-US" dirty="0"/>
          </a:p>
          <a:p>
            <a:r>
              <a:rPr lang="en-US" dirty="0"/>
              <a:t>On the screen here are three main things.</a:t>
            </a:r>
          </a:p>
          <a:p>
            <a:r>
              <a:rPr lang="en-US" dirty="0"/>
              <a:t>On the left is the waveform generator containing a previously recorded transmission.</a:t>
            </a:r>
          </a:p>
          <a:p>
            <a:r>
              <a:rPr lang="en-US" dirty="0"/>
              <a:t>On the right are the output signals of the ASIC.</a:t>
            </a:r>
          </a:p>
          <a:p>
            <a:r>
              <a:rPr lang="en-US" dirty="0"/>
              <a:t>And on the bottom is a “command line” where I can execute code on the microcontroller</a:t>
            </a:r>
          </a:p>
          <a:p>
            <a:endParaRPr lang="en-US" dirty="0"/>
          </a:p>
          <a:p>
            <a:r>
              <a:rPr lang="en-US" dirty="0"/>
              <a:t>I will run the start function, which will cause the waveform generator to send a frame.</a:t>
            </a:r>
          </a:p>
        </p:txBody>
      </p:sp>
      <p:sp>
        <p:nvSpPr>
          <p:cNvPr id="4" name="Slide Number Placeholder 3"/>
          <p:cNvSpPr>
            <a:spLocks noGrp="1"/>
          </p:cNvSpPr>
          <p:nvPr>
            <p:ph type="sldNum" sz="quarter" idx="5"/>
          </p:nvPr>
        </p:nvSpPr>
        <p:spPr/>
        <p:txBody>
          <a:bodyPr/>
          <a:lstStyle/>
          <a:p>
            <a:fld id="{8FDA70CC-3AB8-43CC-9A0E-C106996D5D6A}" type="slidenum">
              <a:rPr lang="en-US" smtClean="0"/>
              <a:t>14</a:t>
            </a:fld>
            <a:endParaRPr lang="en-US"/>
          </a:p>
        </p:txBody>
      </p:sp>
    </p:spTree>
    <p:extLst>
      <p:ext uri="{BB962C8B-B14F-4D97-AF65-F5344CB8AC3E}">
        <p14:creationId xmlns:p14="http://schemas.microsoft.com/office/powerpoint/2010/main" val="9195769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right, you can see the signals from the ASIC.</a:t>
            </a:r>
          </a:p>
          <a:p>
            <a:endParaRPr lang="en-US" dirty="0"/>
          </a:p>
          <a:p>
            <a:r>
              <a:rPr lang="en-US" dirty="0"/>
              <a:t>From the full signal at the top, we can see that the frame has been captured, and we can now readout the data that was captured.</a:t>
            </a:r>
          </a:p>
        </p:txBody>
      </p:sp>
      <p:sp>
        <p:nvSpPr>
          <p:cNvPr id="4" name="Slide Number Placeholder 3"/>
          <p:cNvSpPr>
            <a:spLocks noGrp="1"/>
          </p:cNvSpPr>
          <p:nvPr>
            <p:ph type="sldNum" sz="quarter" idx="5"/>
          </p:nvPr>
        </p:nvSpPr>
        <p:spPr/>
        <p:txBody>
          <a:bodyPr/>
          <a:lstStyle/>
          <a:p>
            <a:fld id="{8FDA70CC-3AB8-43CC-9A0E-C106996D5D6A}" type="slidenum">
              <a:rPr lang="en-US" smtClean="0"/>
              <a:t>15</a:t>
            </a:fld>
            <a:endParaRPr lang="en-US"/>
          </a:p>
        </p:txBody>
      </p:sp>
    </p:spTree>
    <p:extLst>
      <p:ext uri="{BB962C8B-B14F-4D97-AF65-F5344CB8AC3E}">
        <p14:creationId xmlns:p14="http://schemas.microsoft.com/office/powerpoint/2010/main" val="2777659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console in the bottom, we can see the fields that were captured. </a:t>
            </a:r>
          </a:p>
          <a:p>
            <a:r>
              <a:rPr lang="en-US" dirty="0"/>
              <a:t>Looking at the room and set temperature, we can see values of 24.9 and 18.1. </a:t>
            </a:r>
          </a:p>
          <a:p>
            <a:endParaRPr lang="en-US" dirty="0"/>
          </a:p>
          <a:p>
            <a:r>
              <a:rPr lang="en-US" dirty="0"/>
              <a:t>You'll have to trust me but those are the values in the transmission.</a:t>
            </a:r>
          </a:p>
        </p:txBody>
      </p:sp>
      <p:sp>
        <p:nvSpPr>
          <p:cNvPr id="4" name="Slide Number Placeholder 3"/>
          <p:cNvSpPr>
            <a:spLocks noGrp="1"/>
          </p:cNvSpPr>
          <p:nvPr>
            <p:ph type="sldNum" sz="quarter" idx="5"/>
          </p:nvPr>
        </p:nvSpPr>
        <p:spPr/>
        <p:txBody>
          <a:bodyPr/>
          <a:lstStyle/>
          <a:p>
            <a:fld id="{8FDA70CC-3AB8-43CC-9A0E-C106996D5D6A}" type="slidenum">
              <a:rPr lang="en-US" smtClean="0"/>
              <a:t>16</a:t>
            </a:fld>
            <a:endParaRPr lang="en-US"/>
          </a:p>
        </p:txBody>
      </p:sp>
    </p:spTree>
    <p:extLst>
      <p:ext uri="{BB962C8B-B14F-4D97-AF65-F5344CB8AC3E}">
        <p14:creationId xmlns:p14="http://schemas.microsoft.com/office/powerpoint/2010/main" val="17350938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BC7E-B7E9-124F-49AC-294476B34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97D059-DDCF-3698-BBEA-3548B744C4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9F797D-DDA9-1751-9CC8-743DFF7C2006}"/>
              </a:ext>
            </a:extLst>
          </p:cNvPr>
          <p:cNvSpPr>
            <a:spLocks noGrp="1"/>
          </p:cNvSpPr>
          <p:nvPr>
            <p:ph type="body" idx="1"/>
          </p:nvPr>
        </p:nvSpPr>
        <p:spPr/>
        <p:txBody>
          <a:bodyPr/>
          <a:lstStyle/>
          <a:p>
            <a:r>
              <a:rPr lang="en-US" dirty="0"/>
              <a:t>Testing using a recorded transmission worked great, and I am currently working on testing the system with the receiver and thermostat directly. In the end it should be able to capture and display the measured thermostat data.</a:t>
            </a:r>
          </a:p>
          <a:p>
            <a:endParaRPr lang="en-US" dirty="0"/>
          </a:p>
          <a:p>
            <a:r>
              <a:rPr lang="en-US" dirty="0"/>
              <a:t>Overall, with the project I was extremely satisfied with the tooling provided by </a:t>
            </a:r>
            <a:r>
              <a:rPr lang="en-US" dirty="0" err="1"/>
              <a:t>TinyTapout</a:t>
            </a:r>
            <a:r>
              <a:rPr lang="en-US" dirty="0"/>
              <a:t>, the community support around it, and just what I was able to accomplish.</a:t>
            </a:r>
          </a:p>
          <a:p>
            <a:endParaRPr lang="en-US" dirty="0"/>
          </a:p>
          <a:p>
            <a:r>
              <a:rPr lang="en-US" dirty="0"/>
              <a:t>I was able to learn a lot about the ASIC development process in a hands-on manner that will really stick with me.</a:t>
            </a:r>
          </a:p>
          <a:p>
            <a:endParaRPr lang="en-US" dirty="0"/>
          </a:p>
          <a:p>
            <a:endParaRPr lang="en-US" dirty="0"/>
          </a:p>
        </p:txBody>
      </p:sp>
      <p:sp>
        <p:nvSpPr>
          <p:cNvPr id="4" name="Slide Number Placeholder 3">
            <a:extLst>
              <a:ext uri="{FF2B5EF4-FFF2-40B4-BE49-F238E27FC236}">
                <a16:creationId xmlns:a16="http://schemas.microsoft.com/office/drawing/2014/main" id="{5E1A7B8D-6306-2B43-7981-8AA00B3B29FB}"/>
              </a:ext>
            </a:extLst>
          </p:cNvPr>
          <p:cNvSpPr>
            <a:spLocks noGrp="1"/>
          </p:cNvSpPr>
          <p:nvPr>
            <p:ph type="sldNum" sz="quarter" idx="5"/>
          </p:nvPr>
        </p:nvSpPr>
        <p:spPr/>
        <p:txBody>
          <a:bodyPr/>
          <a:lstStyle/>
          <a:p>
            <a:fld id="{8FDA70CC-3AB8-43CC-9A0E-C106996D5D6A}" type="slidenum">
              <a:rPr lang="en-US" smtClean="0"/>
              <a:t>17</a:t>
            </a:fld>
            <a:endParaRPr lang="en-US"/>
          </a:p>
        </p:txBody>
      </p:sp>
    </p:spTree>
    <p:extLst>
      <p:ext uri="{BB962C8B-B14F-4D97-AF65-F5344CB8AC3E}">
        <p14:creationId xmlns:p14="http://schemas.microsoft.com/office/powerpoint/2010/main" val="27614377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BCDF63-1818-7A13-87AA-B8B942EE4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AD714-8978-7A0E-6E2D-B934C55A4B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61A288-A195-CB65-A888-FA572709EE4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Thank you</a:t>
            </a:r>
            <a:endParaRPr lang="LID4096" dirty="0"/>
          </a:p>
        </p:txBody>
      </p:sp>
      <p:sp>
        <p:nvSpPr>
          <p:cNvPr id="4" name="Slide Number Placeholder 3">
            <a:extLst>
              <a:ext uri="{FF2B5EF4-FFF2-40B4-BE49-F238E27FC236}">
                <a16:creationId xmlns:a16="http://schemas.microsoft.com/office/drawing/2014/main" id="{9B28B2AE-7F95-4265-E4AC-C08035A8D608}"/>
              </a:ext>
            </a:extLst>
          </p:cNvPr>
          <p:cNvSpPr>
            <a:spLocks noGrp="1"/>
          </p:cNvSpPr>
          <p:nvPr>
            <p:ph type="sldNum" sz="quarter" idx="5"/>
          </p:nvPr>
        </p:nvSpPr>
        <p:spPr/>
        <p:txBody>
          <a:bodyPr/>
          <a:lstStyle/>
          <a:p>
            <a:fld id="{8FDA70CC-3AB8-43CC-9A0E-C106996D5D6A}" type="slidenum">
              <a:rPr lang="en-US" smtClean="0"/>
              <a:t>18</a:t>
            </a:fld>
            <a:endParaRPr lang="en-US"/>
          </a:p>
        </p:txBody>
      </p:sp>
    </p:spTree>
    <p:extLst>
      <p:ext uri="{BB962C8B-B14F-4D97-AF65-F5344CB8AC3E}">
        <p14:creationId xmlns:p14="http://schemas.microsoft.com/office/powerpoint/2010/main" val="2088168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EC8C4-BB2D-CC08-C38D-A7CD619441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C52B7B-13B8-5552-008F-F8A195E63D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A09E5BA-3773-C650-B4E9-68D3CC2FAA0D}"/>
              </a:ext>
            </a:extLst>
          </p:cNvPr>
          <p:cNvSpPr>
            <a:spLocks noGrp="1"/>
          </p:cNvSpPr>
          <p:nvPr>
            <p:ph type="dt" sz="half" idx="10"/>
          </p:nvPr>
        </p:nvSpPr>
        <p:spPr/>
        <p:txBody>
          <a:bodyPr/>
          <a:lstStyle/>
          <a:p>
            <a:r>
              <a:rPr lang="en-US"/>
              <a:t>July 02, 2025</a:t>
            </a:r>
          </a:p>
        </p:txBody>
      </p:sp>
      <p:sp>
        <p:nvSpPr>
          <p:cNvPr id="5" name="Footer Placeholder 4">
            <a:extLst>
              <a:ext uri="{FF2B5EF4-FFF2-40B4-BE49-F238E27FC236}">
                <a16:creationId xmlns:a16="http://schemas.microsoft.com/office/drawing/2014/main" id="{C5196C99-AD77-6705-E99F-FC4CDA921869}"/>
              </a:ext>
            </a:extLst>
          </p:cNvPr>
          <p:cNvSpPr>
            <a:spLocks noGrp="1"/>
          </p:cNvSpPr>
          <p:nvPr>
            <p:ph type="ftr" sz="quarter" idx="11"/>
          </p:nvPr>
        </p:nvSpPr>
        <p:spPr/>
        <p:txBody>
          <a:bodyPr/>
          <a:lstStyle/>
          <a:p>
            <a:r>
              <a:rPr lang="en-US"/>
              <a:t>Zachary Kohnen</a:t>
            </a:r>
          </a:p>
        </p:txBody>
      </p:sp>
      <p:sp>
        <p:nvSpPr>
          <p:cNvPr id="6" name="Slide Number Placeholder 5">
            <a:extLst>
              <a:ext uri="{FF2B5EF4-FFF2-40B4-BE49-F238E27FC236}">
                <a16:creationId xmlns:a16="http://schemas.microsoft.com/office/drawing/2014/main" id="{1C2385CB-4561-E09C-1B3A-E045F0F89059}"/>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643034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2D746-C514-288C-B2FB-463B8EEB0F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4308A3-A247-68B3-EF4D-A347BE70DF4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4400A1-B691-67E4-59F6-055DE94A427C}"/>
              </a:ext>
            </a:extLst>
          </p:cNvPr>
          <p:cNvSpPr>
            <a:spLocks noGrp="1"/>
          </p:cNvSpPr>
          <p:nvPr>
            <p:ph type="dt" sz="half" idx="10"/>
          </p:nvPr>
        </p:nvSpPr>
        <p:spPr/>
        <p:txBody>
          <a:bodyPr/>
          <a:lstStyle/>
          <a:p>
            <a:r>
              <a:rPr lang="en-US"/>
              <a:t>July 02, 2025</a:t>
            </a:r>
          </a:p>
        </p:txBody>
      </p:sp>
      <p:sp>
        <p:nvSpPr>
          <p:cNvPr id="5" name="Footer Placeholder 4">
            <a:extLst>
              <a:ext uri="{FF2B5EF4-FFF2-40B4-BE49-F238E27FC236}">
                <a16:creationId xmlns:a16="http://schemas.microsoft.com/office/drawing/2014/main" id="{2B7AD314-C229-1B53-176E-F325D606673C}"/>
              </a:ext>
            </a:extLst>
          </p:cNvPr>
          <p:cNvSpPr>
            <a:spLocks noGrp="1"/>
          </p:cNvSpPr>
          <p:nvPr>
            <p:ph type="ftr" sz="quarter" idx="11"/>
          </p:nvPr>
        </p:nvSpPr>
        <p:spPr/>
        <p:txBody>
          <a:bodyPr/>
          <a:lstStyle/>
          <a:p>
            <a:r>
              <a:rPr lang="en-US"/>
              <a:t>Zachary Kohnen</a:t>
            </a:r>
          </a:p>
        </p:txBody>
      </p:sp>
      <p:sp>
        <p:nvSpPr>
          <p:cNvPr id="6" name="Slide Number Placeholder 5">
            <a:extLst>
              <a:ext uri="{FF2B5EF4-FFF2-40B4-BE49-F238E27FC236}">
                <a16:creationId xmlns:a16="http://schemas.microsoft.com/office/drawing/2014/main" id="{5A1FE768-6CB0-88A9-1672-A118C9A4B0AD}"/>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1907291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2DE3A-5F61-C561-E5AC-CE27209AFA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C36793-A001-6B1C-13D4-8EEFC8A7DC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2E51A7-279A-D637-57B3-89327136E8EF}"/>
              </a:ext>
            </a:extLst>
          </p:cNvPr>
          <p:cNvSpPr>
            <a:spLocks noGrp="1"/>
          </p:cNvSpPr>
          <p:nvPr>
            <p:ph type="dt" sz="half" idx="10"/>
          </p:nvPr>
        </p:nvSpPr>
        <p:spPr/>
        <p:txBody>
          <a:bodyPr/>
          <a:lstStyle/>
          <a:p>
            <a:r>
              <a:rPr lang="en-US"/>
              <a:t>July 02, 2025</a:t>
            </a:r>
          </a:p>
        </p:txBody>
      </p:sp>
      <p:sp>
        <p:nvSpPr>
          <p:cNvPr id="5" name="Footer Placeholder 4">
            <a:extLst>
              <a:ext uri="{FF2B5EF4-FFF2-40B4-BE49-F238E27FC236}">
                <a16:creationId xmlns:a16="http://schemas.microsoft.com/office/drawing/2014/main" id="{5AC3CA93-80A0-DFA1-280F-65B70ABEE452}"/>
              </a:ext>
            </a:extLst>
          </p:cNvPr>
          <p:cNvSpPr>
            <a:spLocks noGrp="1"/>
          </p:cNvSpPr>
          <p:nvPr>
            <p:ph type="ftr" sz="quarter" idx="11"/>
          </p:nvPr>
        </p:nvSpPr>
        <p:spPr/>
        <p:txBody>
          <a:bodyPr/>
          <a:lstStyle/>
          <a:p>
            <a:r>
              <a:rPr lang="en-US"/>
              <a:t>Zachary Kohnen</a:t>
            </a:r>
          </a:p>
        </p:txBody>
      </p:sp>
      <p:sp>
        <p:nvSpPr>
          <p:cNvPr id="6" name="Slide Number Placeholder 5">
            <a:extLst>
              <a:ext uri="{FF2B5EF4-FFF2-40B4-BE49-F238E27FC236}">
                <a16:creationId xmlns:a16="http://schemas.microsoft.com/office/drawing/2014/main" id="{8D12588F-E636-C89C-C6A7-3A443A185725}"/>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2521690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B54AD-5045-8ABD-9342-5DAE2379B0A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9CF67E4-EC0E-5720-9288-8B2879DC84D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B922EF-0A45-9F9C-8BD5-4FF25A7FD5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70A249-5154-C5B5-F02F-A70D5C1D62DA}"/>
              </a:ext>
            </a:extLst>
          </p:cNvPr>
          <p:cNvSpPr>
            <a:spLocks noGrp="1"/>
          </p:cNvSpPr>
          <p:nvPr>
            <p:ph type="dt" sz="half" idx="10"/>
          </p:nvPr>
        </p:nvSpPr>
        <p:spPr/>
        <p:txBody>
          <a:bodyPr/>
          <a:lstStyle/>
          <a:p>
            <a:r>
              <a:rPr lang="en-US"/>
              <a:t>July 02, 2025</a:t>
            </a:r>
          </a:p>
        </p:txBody>
      </p:sp>
      <p:sp>
        <p:nvSpPr>
          <p:cNvPr id="6" name="Footer Placeholder 5">
            <a:extLst>
              <a:ext uri="{FF2B5EF4-FFF2-40B4-BE49-F238E27FC236}">
                <a16:creationId xmlns:a16="http://schemas.microsoft.com/office/drawing/2014/main" id="{DD138750-E2DD-3A00-D634-6D9AA77FA30A}"/>
              </a:ext>
            </a:extLst>
          </p:cNvPr>
          <p:cNvSpPr>
            <a:spLocks noGrp="1"/>
          </p:cNvSpPr>
          <p:nvPr>
            <p:ph type="ftr" sz="quarter" idx="11"/>
          </p:nvPr>
        </p:nvSpPr>
        <p:spPr/>
        <p:txBody>
          <a:bodyPr/>
          <a:lstStyle/>
          <a:p>
            <a:r>
              <a:rPr lang="en-US"/>
              <a:t>Zachary Kohnen</a:t>
            </a:r>
          </a:p>
        </p:txBody>
      </p:sp>
      <p:sp>
        <p:nvSpPr>
          <p:cNvPr id="7" name="Slide Number Placeholder 6">
            <a:extLst>
              <a:ext uri="{FF2B5EF4-FFF2-40B4-BE49-F238E27FC236}">
                <a16:creationId xmlns:a16="http://schemas.microsoft.com/office/drawing/2014/main" id="{ECB7DC11-B76F-D320-9BA0-BB007A3A0D65}"/>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347114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3E75A-E213-B181-4210-07479FA584F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4519863-D1D7-C0AF-EAD6-83548EFECA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94F521-500E-C9ED-6D6F-563F738D87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646D57A-EEB2-7ED8-F0E2-F081DD2D035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F50970-6613-DD15-DBD6-A7B47191A98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D4317E-EC36-934E-EF87-035F4E15D876}"/>
              </a:ext>
            </a:extLst>
          </p:cNvPr>
          <p:cNvSpPr>
            <a:spLocks noGrp="1"/>
          </p:cNvSpPr>
          <p:nvPr>
            <p:ph type="dt" sz="half" idx="10"/>
          </p:nvPr>
        </p:nvSpPr>
        <p:spPr/>
        <p:txBody>
          <a:bodyPr/>
          <a:lstStyle/>
          <a:p>
            <a:r>
              <a:rPr lang="en-US"/>
              <a:t>July 02, 2025</a:t>
            </a:r>
          </a:p>
        </p:txBody>
      </p:sp>
      <p:sp>
        <p:nvSpPr>
          <p:cNvPr id="8" name="Footer Placeholder 7">
            <a:extLst>
              <a:ext uri="{FF2B5EF4-FFF2-40B4-BE49-F238E27FC236}">
                <a16:creationId xmlns:a16="http://schemas.microsoft.com/office/drawing/2014/main" id="{E7A353AA-7AEE-8812-A69B-37A13E5D0D0D}"/>
              </a:ext>
            </a:extLst>
          </p:cNvPr>
          <p:cNvSpPr>
            <a:spLocks noGrp="1"/>
          </p:cNvSpPr>
          <p:nvPr>
            <p:ph type="ftr" sz="quarter" idx="11"/>
          </p:nvPr>
        </p:nvSpPr>
        <p:spPr/>
        <p:txBody>
          <a:bodyPr/>
          <a:lstStyle/>
          <a:p>
            <a:r>
              <a:rPr lang="en-US"/>
              <a:t>Zachary Kohnen</a:t>
            </a:r>
          </a:p>
        </p:txBody>
      </p:sp>
      <p:sp>
        <p:nvSpPr>
          <p:cNvPr id="9" name="Slide Number Placeholder 8">
            <a:extLst>
              <a:ext uri="{FF2B5EF4-FFF2-40B4-BE49-F238E27FC236}">
                <a16:creationId xmlns:a16="http://schemas.microsoft.com/office/drawing/2014/main" id="{0E5323A4-7C22-CF42-D7D3-F2E56AB8FE68}"/>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41687942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9CCDD-7322-4D39-23A5-A09AB676E6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0F2D957-71F2-8D5B-2D16-E7A1BECFFD04}"/>
              </a:ext>
            </a:extLst>
          </p:cNvPr>
          <p:cNvSpPr>
            <a:spLocks noGrp="1"/>
          </p:cNvSpPr>
          <p:nvPr>
            <p:ph type="dt" sz="half" idx="10"/>
          </p:nvPr>
        </p:nvSpPr>
        <p:spPr/>
        <p:txBody>
          <a:bodyPr/>
          <a:lstStyle/>
          <a:p>
            <a:r>
              <a:rPr lang="en-US"/>
              <a:t>July 02, 2025</a:t>
            </a:r>
          </a:p>
        </p:txBody>
      </p:sp>
      <p:sp>
        <p:nvSpPr>
          <p:cNvPr id="4" name="Footer Placeholder 3">
            <a:extLst>
              <a:ext uri="{FF2B5EF4-FFF2-40B4-BE49-F238E27FC236}">
                <a16:creationId xmlns:a16="http://schemas.microsoft.com/office/drawing/2014/main" id="{1454ED07-2901-F05E-42A9-0F8E38C2807F}"/>
              </a:ext>
            </a:extLst>
          </p:cNvPr>
          <p:cNvSpPr>
            <a:spLocks noGrp="1"/>
          </p:cNvSpPr>
          <p:nvPr>
            <p:ph type="ftr" sz="quarter" idx="11"/>
          </p:nvPr>
        </p:nvSpPr>
        <p:spPr/>
        <p:txBody>
          <a:bodyPr/>
          <a:lstStyle/>
          <a:p>
            <a:r>
              <a:rPr lang="en-US"/>
              <a:t>Zachary Kohnen</a:t>
            </a:r>
          </a:p>
        </p:txBody>
      </p:sp>
      <p:sp>
        <p:nvSpPr>
          <p:cNvPr id="5" name="Slide Number Placeholder 4">
            <a:extLst>
              <a:ext uri="{FF2B5EF4-FFF2-40B4-BE49-F238E27FC236}">
                <a16:creationId xmlns:a16="http://schemas.microsoft.com/office/drawing/2014/main" id="{66461378-506C-87A4-BC65-A850DD4EE48D}"/>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717274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C8F22D7-7808-FD9B-FA0A-7B0A66B5DB12}"/>
              </a:ext>
            </a:extLst>
          </p:cNvPr>
          <p:cNvSpPr>
            <a:spLocks noGrp="1"/>
          </p:cNvSpPr>
          <p:nvPr>
            <p:ph type="dt" sz="half" idx="10"/>
          </p:nvPr>
        </p:nvSpPr>
        <p:spPr>
          <a:xfrm>
            <a:off x="10850880" y="6492875"/>
            <a:ext cx="1082040" cy="365125"/>
          </a:xfrm>
        </p:spPr>
        <p:txBody>
          <a:bodyPr/>
          <a:lstStyle>
            <a:lvl1pPr>
              <a:defRPr sz="1100" b="1">
                <a:solidFill>
                  <a:schemeClr val="tx1"/>
                </a:solidFill>
              </a:defRPr>
            </a:lvl1pPr>
          </a:lstStyle>
          <a:p>
            <a:r>
              <a:rPr lang="en-US"/>
              <a:t>July 02, 2025</a:t>
            </a:r>
            <a:endParaRPr lang="en-US" dirty="0"/>
          </a:p>
        </p:txBody>
      </p:sp>
      <p:sp>
        <p:nvSpPr>
          <p:cNvPr id="3" name="Footer Placeholder 2">
            <a:extLst>
              <a:ext uri="{FF2B5EF4-FFF2-40B4-BE49-F238E27FC236}">
                <a16:creationId xmlns:a16="http://schemas.microsoft.com/office/drawing/2014/main" id="{C88DEDF1-055A-1A96-92B9-EA365175FBBF}"/>
              </a:ext>
            </a:extLst>
          </p:cNvPr>
          <p:cNvSpPr>
            <a:spLocks noGrp="1"/>
          </p:cNvSpPr>
          <p:nvPr>
            <p:ph type="ftr" sz="quarter" idx="11"/>
          </p:nvPr>
        </p:nvSpPr>
        <p:spPr>
          <a:xfrm>
            <a:off x="4038600" y="6492874"/>
            <a:ext cx="4114800" cy="365125"/>
          </a:xfrm>
        </p:spPr>
        <p:txBody>
          <a:bodyPr/>
          <a:lstStyle>
            <a:lvl1pPr>
              <a:defRPr sz="1100" b="1">
                <a:solidFill>
                  <a:schemeClr val="tx1"/>
                </a:solidFill>
              </a:defRPr>
            </a:lvl1pPr>
          </a:lstStyle>
          <a:p>
            <a:r>
              <a:rPr lang="en-US" dirty="0"/>
              <a:t>Zachary Kohnen</a:t>
            </a:r>
          </a:p>
        </p:txBody>
      </p:sp>
      <p:sp>
        <p:nvSpPr>
          <p:cNvPr id="4" name="Slide Number Placeholder 3">
            <a:extLst>
              <a:ext uri="{FF2B5EF4-FFF2-40B4-BE49-F238E27FC236}">
                <a16:creationId xmlns:a16="http://schemas.microsoft.com/office/drawing/2014/main" id="{5A9590FD-68C5-B7A0-9DDF-1451A717F86B}"/>
              </a:ext>
            </a:extLst>
          </p:cNvPr>
          <p:cNvSpPr>
            <a:spLocks noGrp="1"/>
          </p:cNvSpPr>
          <p:nvPr>
            <p:ph type="sldNum" sz="quarter" idx="12"/>
          </p:nvPr>
        </p:nvSpPr>
        <p:spPr>
          <a:xfrm>
            <a:off x="-121920" y="6492875"/>
            <a:ext cx="707136" cy="438277"/>
          </a:xfrm>
          <a:prstGeom prst="parallelogram">
            <a:avLst/>
          </a:prstGeom>
          <a:solidFill>
            <a:srgbClr val="C81919"/>
          </a:solidFill>
        </p:spPr>
        <p:txBody>
          <a:bodyPr/>
          <a:lstStyle>
            <a:lvl1pPr>
              <a:defRPr>
                <a:solidFill>
                  <a:schemeClr val="bg1"/>
                </a:solidFill>
              </a:defRPr>
            </a:lvl1pPr>
          </a:lstStyle>
          <a:p>
            <a:fld id="{D745FF04-2E82-4057-8FF3-BA220BA3A599}" type="slidenum">
              <a:rPr lang="en-US" smtClean="0"/>
              <a:pPr/>
              <a:t>‹#›</a:t>
            </a:fld>
            <a:endParaRPr lang="en-US" dirty="0"/>
          </a:p>
        </p:txBody>
      </p:sp>
    </p:spTree>
    <p:extLst>
      <p:ext uri="{BB962C8B-B14F-4D97-AF65-F5344CB8AC3E}">
        <p14:creationId xmlns:p14="http://schemas.microsoft.com/office/powerpoint/2010/main" val="26814838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44530-B226-0332-C18B-1A0E056B31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654190-C8A1-6485-D52F-A052B3DBD6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F9D0B2-0FD1-B1F3-E1FC-B681D79D59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61AE82-28A5-572A-C5C9-042F4753C817}"/>
              </a:ext>
            </a:extLst>
          </p:cNvPr>
          <p:cNvSpPr>
            <a:spLocks noGrp="1"/>
          </p:cNvSpPr>
          <p:nvPr>
            <p:ph type="dt" sz="half" idx="10"/>
          </p:nvPr>
        </p:nvSpPr>
        <p:spPr/>
        <p:txBody>
          <a:bodyPr/>
          <a:lstStyle/>
          <a:p>
            <a:r>
              <a:rPr lang="en-US"/>
              <a:t>July 02, 2025</a:t>
            </a:r>
          </a:p>
        </p:txBody>
      </p:sp>
      <p:sp>
        <p:nvSpPr>
          <p:cNvPr id="6" name="Footer Placeholder 5">
            <a:extLst>
              <a:ext uri="{FF2B5EF4-FFF2-40B4-BE49-F238E27FC236}">
                <a16:creationId xmlns:a16="http://schemas.microsoft.com/office/drawing/2014/main" id="{790C218A-4430-0EA5-0E94-EB7612AFF7E6}"/>
              </a:ext>
            </a:extLst>
          </p:cNvPr>
          <p:cNvSpPr>
            <a:spLocks noGrp="1"/>
          </p:cNvSpPr>
          <p:nvPr>
            <p:ph type="ftr" sz="quarter" idx="11"/>
          </p:nvPr>
        </p:nvSpPr>
        <p:spPr/>
        <p:txBody>
          <a:bodyPr/>
          <a:lstStyle/>
          <a:p>
            <a:r>
              <a:rPr lang="en-US"/>
              <a:t>Zachary Kohnen</a:t>
            </a:r>
          </a:p>
        </p:txBody>
      </p:sp>
      <p:sp>
        <p:nvSpPr>
          <p:cNvPr id="7" name="Slide Number Placeholder 6">
            <a:extLst>
              <a:ext uri="{FF2B5EF4-FFF2-40B4-BE49-F238E27FC236}">
                <a16:creationId xmlns:a16="http://schemas.microsoft.com/office/drawing/2014/main" id="{5832DE87-7659-EBC7-6580-34B27A5FC515}"/>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58469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1C00-E2D6-5318-79B6-8FB712D68C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89B5953-DB0F-0AD6-D1C7-BFADE046C7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271CCAF-7640-9CCC-1AD3-5D13F92514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3D9F67-1494-C591-9DBE-5DEF942A8516}"/>
              </a:ext>
            </a:extLst>
          </p:cNvPr>
          <p:cNvSpPr>
            <a:spLocks noGrp="1"/>
          </p:cNvSpPr>
          <p:nvPr>
            <p:ph type="dt" sz="half" idx="10"/>
          </p:nvPr>
        </p:nvSpPr>
        <p:spPr/>
        <p:txBody>
          <a:bodyPr/>
          <a:lstStyle/>
          <a:p>
            <a:r>
              <a:rPr lang="en-US"/>
              <a:t>July 02, 2025</a:t>
            </a:r>
          </a:p>
        </p:txBody>
      </p:sp>
      <p:sp>
        <p:nvSpPr>
          <p:cNvPr id="6" name="Footer Placeholder 5">
            <a:extLst>
              <a:ext uri="{FF2B5EF4-FFF2-40B4-BE49-F238E27FC236}">
                <a16:creationId xmlns:a16="http://schemas.microsoft.com/office/drawing/2014/main" id="{2C11A04D-EC92-193F-287C-FD4B47380001}"/>
              </a:ext>
            </a:extLst>
          </p:cNvPr>
          <p:cNvSpPr>
            <a:spLocks noGrp="1"/>
          </p:cNvSpPr>
          <p:nvPr>
            <p:ph type="ftr" sz="quarter" idx="11"/>
          </p:nvPr>
        </p:nvSpPr>
        <p:spPr/>
        <p:txBody>
          <a:bodyPr/>
          <a:lstStyle/>
          <a:p>
            <a:r>
              <a:rPr lang="en-US"/>
              <a:t>Zachary Kohnen</a:t>
            </a:r>
          </a:p>
        </p:txBody>
      </p:sp>
      <p:sp>
        <p:nvSpPr>
          <p:cNvPr id="7" name="Slide Number Placeholder 6">
            <a:extLst>
              <a:ext uri="{FF2B5EF4-FFF2-40B4-BE49-F238E27FC236}">
                <a16:creationId xmlns:a16="http://schemas.microsoft.com/office/drawing/2014/main" id="{47505AD9-8BB5-3B73-498E-420D3472FEE6}"/>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36607922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3FAC9-940A-2D97-EA4C-BA98FCEBECE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0BE363D-7668-F1F5-65B1-AE5BCA57E0C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05D23EC-43EF-2AB7-B854-0BA02BD94D01}"/>
              </a:ext>
            </a:extLst>
          </p:cNvPr>
          <p:cNvSpPr>
            <a:spLocks noGrp="1"/>
          </p:cNvSpPr>
          <p:nvPr>
            <p:ph type="dt" sz="half" idx="10"/>
          </p:nvPr>
        </p:nvSpPr>
        <p:spPr/>
        <p:txBody>
          <a:bodyPr/>
          <a:lstStyle/>
          <a:p>
            <a:r>
              <a:rPr lang="en-US"/>
              <a:t>July 02, 2025</a:t>
            </a:r>
          </a:p>
        </p:txBody>
      </p:sp>
      <p:sp>
        <p:nvSpPr>
          <p:cNvPr id="5" name="Footer Placeholder 4">
            <a:extLst>
              <a:ext uri="{FF2B5EF4-FFF2-40B4-BE49-F238E27FC236}">
                <a16:creationId xmlns:a16="http://schemas.microsoft.com/office/drawing/2014/main" id="{B5815182-1911-02DB-0021-FC814E8C814F}"/>
              </a:ext>
            </a:extLst>
          </p:cNvPr>
          <p:cNvSpPr>
            <a:spLocks noGrp="1"/>
          </p:cNvSpPr>
          <p:nvPr>
            <p:ph type="ftr" sz="quarter" idx="11"/>
          </p:nvPr>
        </p:nvSpPr>
        <p:spPr/>
        <p:txBody>
          <a:bodyPr/>
          <a:lstStyle/>
          <a:p>
            <a:r>
              <a:rPr lang="en-US"/>
              <a:t>Zachary Kohnen</a:t>
            </a:r>
          </a:p>
        </p:txBody>
      </p:sp>
      <p:sp>
        <p:nvSpPr>
          <p:cNvPr id="6" name="Slide Number Placeholder 5">
            <a:extLst>
              <a:ext uri="{FF2B5EF4-FFF2-40B4-BE49-F238E27FC236}">
                <a16:creationId xmlns:a16="http://schemas.microsoft.com/office/drawing/2014/main" id="{62E11E7E-70FF-2997-6C96-0523550D9986}"/>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3260084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E2A936-3B36-368D-5831-3AAC60BD05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D39F40-D88F-BD24-702A-EFB587C5E04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A15DA4-FC57-65ED-1135-1EA29F39F599}"/>
              </a:ext>
            </a:extLst>
          </p:cNvPr>
          <p:cNvSpPr>
            <a:spLocks noGrp="1"/>
          </p:cNvSpPr>
          <p:nvPr>
            <p:ph type="dt" sz="half" idx="10"/>
          </p:nvPr>
        </p:nvSpPr>
        <p:spPr/>
        <p:txBody>
          <a:bodyPr/>
          <a:lstStyle/>
          <a:p>
            <a:r>
              <a:rPr lang="en-US"/>
              <a:t>July 02, 2025</a:t>
            </a:r>
          </a:p>
        </p:txBody>
      </p:sp>
      <p:sp>
        <p:nvSpPr>
          <p:cNvPr id="5" name="Footer Placeholder 4">
            <a:extLst>
              <a:ext uri="{FF2B5EF4-FFF2-40B4-BE49-F238E27FC236}">
                <a16:creationId xmlns:a16="http://schemas.microsoft.com/office/drawing/2014/main" id="{5EF4BEE2-22E9-D80A-1F70-97C7B49FEF5A}"/>
              </a:ext>
            </a:extLst>
          </p:cNvPr>
          <p:cNvSpPr>
            <a:spLocks noGrp="1"/>
          </p:cNvSpPr>
          <p:nvPr>
            <p:ph type="ftr" sz="quarter" idx="11"/>
          </p:nvPr>
        </p:nvSpPr>
        <p:spPr/>
        <p:txBody>
          <a:bodyPr/>
          <a:lstStyle/>
          <a:p>
            <a:r>
              <a:rPr lang="en-US"/>
              <a:t>Zachary Kohnen</a:t>
            </a:r>
          </a:p>
        </p:txBody>
      </p:sp>
      <p:sp>
        <p:nvSpPr>
          <p:cNvPr id="6" name="Slide Number Placeholder 5">
            <a:extLst>
              <a:ext uri="{FF2B5EF4-FFF2-40B4-BE49-F238E27FC236}">
                <a16:creationId xmlns:a16="http://schemas.microsoft.com/office/drawing/2014/main" id="{697C6A77-139A-CF94-A7F5-ADF852D1687C}"/>
              </a:ext>
            </a:extLst>
          </p:cNvPr>
          <p:cNvSpPr>
            <a:spLocks noGrp="1"/>
          </p:cNvSpPr>
          <p:nvPr>
            <p:ph type="sldNum" sz="quarter" idx="12"/>
          </p:nvPr>
        </p:nvSpPr>
        <p:spPr/>
        <p:txBody>
          <a:bodyPr/>
          <a:lstStyle/>
          <a:p>
            <a:fld id="{D745FF04-2E82-4057-8FF3-BA220BA3A599}" type="slidenum">
              <a:rPr lang="en-US" smtClean="0"/>
              <a:t>‹#›</a:t>
            </a:fld>
            <a:endParaRPr lang="en-US"/>
          </a:p>
        </p:txBody>
      </p:sp>
    </p:spTree>
    <p:extLst>
      <p:ext uri="{BB962C8B-B14F-4D97-AF65-F5344CB8AC3E}">
        <p14:creationId xmlns:p14="http://schemas.microsoft.com/office/powerpoint/2010/main" val="232183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68A8D6D-1509-C001-6EE0-915B36ADA7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32B8083-1550-B882-F3E5-C31F0DF817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A14FB8-37D6-2412-ED7A-3CAC5BC1BA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r>
              <a:rPr lang="en-US"/>
              <a:t>July 02, 2025</a:t>
            </a:r>
          </a:p>
        </p:txBody>
      </p:sp>
      <p:sp>
        <p:nvSpPr>
          <p:cNvPr id="5" name="Footer Placeholder 4">
            <a:extLst>
              <a:ext uri="{FF2B5EF4-FFF2-40B4-BE49-F238E27FC236}">
                <a16:creationId xmlns:a16="http://schemas.microsoft.com/office/drawing/2014/main" id="{F001104F-3712-EEB1-811F-9F3BE59896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Zachary Kohnen</a:t>
            </a:r>
          </a:p>
        </p:txBody>
      </p:sp>
      <p:sp>
        <p:nvSpPr>
          <p:cNvPr id="6" name="Slide Number Placeholder 5">
            <a:extLst>
              <a:ext uri="{FF2B5EF4-FFF2-40B4-BE49-F238E27FC236}">
                <a16:creationId xmlns:a16="http://schemas.microsoft.com/office/drawing/2014/main" id="{DD420271-18EB-CE03-1FA6-80FFBBD929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45FF04-2E82-4057-8FF3-BA220BA3A599}" type="slidenum">
              <a:rPr lang="en-US" smtClean="0"/>
              <a:t>‹#›</a:t>
            </a:fld>
            <a:endParaRPr lang="en-US"/>
          </a:p>
        </p:txBody>
      </p:sp>
    </p:spTree>
    <p:extLst>
      <p:ext uri="{BB962C8B-B14F-4D97-AF65-F5344CB8AC3E}">
        <p14:creationId xmlns:p14="http://schemas.microsoft.com/office/powerpoint/2010/main" val="24569699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sps.tue.nl/ictlab/" TargetMode="External"/><Relationship Id="rId3" Type="http://schemas.microsoft.com/office/2018/10/relationships/comments" Target="../comments/modernComment_113_3C96AE7.xml"/><Relationship Id="rId7"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hyperlink" Target="mailto:z.j.kohnen@student.tue.nl" TargetMode="External"/><Relationship Id="rId9" Type="http://schemas.openxmlformats.org/officeDocument/2006/relationships/hyperlink" Target="mailto:a.alvarado@tue.nl" TargetMode="Externa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18/10/relationships/comments" Target="../comments/modernComment_114_704F5AA.xml"/><Relationship Id="rId7"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4.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microsoft.com/office/2018/10/relationships/comments" Target="../comments/modernComment_116_FCB32604.xml"/><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2.svg"/><Relationship Id="rId10" Type="http://schemas.openxmlformats.org/officeDocument/2006/relationships/image" Target="../media/image12.png"/><Relationship Id="rId4" Type="http://schemas.openxmlformats.org/officeDocument/2006/relationships/image" Target="../media/image1.png"/><Relationship Id="rId9" Type="http://schemas.openxmlformats.org/officeDocument/2006/relationships/image" Target="../media/image11.sv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3.svg"/><Relationship Id="rId3" Type="http://schemas.openxmlformats.org/officeDocument/2006/relationships/image" Target="../media/image3.png"/><Relationship Id="rId7" Type="http://schemas.openxmlformats.org/officeDocument/2006/relationships/image" Target="../media/image9.sv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1.svg"/><Relationship Id="rId5" Type="http://schemas.openxmlformats.org/officeDocument/2006/relationships/image" Target="../media/image2.svg"/><Relationship Id="rId10" Type="http://schemas.openxmlformats.org/officeDocument/2006/relationships/image" Target="../media/image10.png"/><Relationship Id="rId4" Type="http://schemas.openxmlformats.org/officeDocument/2006/relationships/image" Target="../media/image1.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8" Type="http://schemas.openxmlformats.org/officeDocument/2006/relationships/image" Target="../media/image17.svg"/><Relationship Id="rId3" Type="http://schemas.microsoft.com/office/2018/10/relationships/comments" Target="../comments/modernComment_117_E4A7139D.xml"/><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10" Type="http://schemas.openxmlformats.org/officeDocument/2006/relationships/image" Target="../media/image19.svg"/><Relationship Id="rId4" Type="http://schemas.openxmlformats.org/officeDocument/2006/relationships/image" Target="../media/image3.png"/><Relationship Id="rId9" Type="http://schemas.openxmlformats.org/officeDocument/2006/relationships/image" Target="../media/image18.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3.png"/><Relationship Id="rId7" Type="http://schemas.openxmlformats.org/officeDocument/2006/relationships/image" Target="../media/image21.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23.svg"/></Relationships>
</file>

<file path=ppt/slides/_rels/slide8.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3.png"/><Relationship Id="rId7" Type="http://schemas.openxmlformats.org/officeDocument/2006/relationships/image" Target="../media/image25.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27.svg"/></Relationships>
</file>

<file path=ppt/slides/_rels/slide9.xml.rels><?xml version="1.0" encoding="UTF-8" standalone="yes"?>
<Relationships xmlns="http://schemas.openxmlformats.org/package/2006/relationships"><Relationship Id="rId8" Type="http://schemas.openxmlformats.org/officeDocument/2006/relationships/image" Target="../media/image29.svg"/><Relationship Id="rId3" Type="http://schemas.microsoft.com/office/2018/10/relationships/comments" Target="../comments/modernComment_118_8FAFD5D1.xml"/><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30.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32.sv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2.svg"/><Relationship Id="rId4" Type="http://schemas.openxmlformats.org/officeDocument/2006/relationships/image" Target="../media/image1.png"/><Relationship Id="rId9" Type="http://schemas.openxmlformats.org/officeDocument/2006/relationships/image" Target="../media/image32.svg"/></Relationships>
</file>

<file path=ppt/slides/_rels/slide12.xml.rels><?xml version="1.0" encoding="UTF-8" standalone="yes"?>
<Relationships xmlns="http://schemas.openxmlformats.org/package/2006/relationships"><Relationship Id="rId3" Type="http://schemas.microsoft.com/office/2018/10/relationships/comments" Target="../comments/modernComment_11B_CE0CAC23.xml"/><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35.jpg"/><Relationship Id="rId3" Type="http://schemas.microsoft.com/office/2018/10/relationships/comments" Target="../comments/modernComment_123_15CC7EBA.xml"/><Relationship Id="rId7"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ov"/><Relationship Id="rId1" Type="http://schemas.microsoft.com/office/2007/relationships/media" Target="../media/media1.mov"/><Relationship Id="rId5" Type="http://schemas.openxmlformats.org/officeDocument/2006/relationships/image" Target="../media/image37.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ov"/><Relationship Id="rId1" Type="http://schemas.microsoft.com/office/2007/relationships/media" Target="../media/media2.mov"/><Relationship Id="rId5" Type="http://schemas.openxmlformats.org/officeDocument/2006/relationships/image" Target="../media/image38.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8" Type="http://schemas.openxmlformats.org/officeDocument/2006/relationships/image" Target="../media/image39.jpeg"/><Relationship Id="rId3" Type="http://schemas.microsoft.com/office/2018/10/relationships/comments" Target="../comments/modernComment_11E_34F0B9E5.xml"/><Relationship Id="rId7" Type="http://schemas.openxmlformats.org/officeDocument/2006/relationships/hyperlink" Target="https://github.com/DusterTheFirst/tt07-bep-decode" TargetMode="External"/><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1.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8" Type="http://schemas.openxmlformats.org/officeDocument/2006/relationships/hyperlink" Target="mailto:a.alvarado@tue.nl" TargetMode="External"/><Relationship Id="rId3" Type="http://schemas.openxmlformats.org/officeDocument/2006/relationships/hyperlink" Target="mailto:z.j.kohnen@student.tue.nl" TargetMode="External"/><Relationship Id="rId7" Type="http://schemas.openxmlformats.org/officeDocument/2006/relationships/hyperlink" Target="https://www.sps.tue.nl/ictlab/" TargetMode="External"/><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A85AA-BCC3-00D6-F9C0-A156F4C1ED8C}"/>
              </a:ext>
            </a:extLst>
          </p:cNvPr>
          <p:cNvSpPr>
            <a:spLocks noGrp="1"/>
          </p:cNvSpPr>
          <p:nvPr>
            <p:ph type="ctrTitle"/>
          </p:nvPr>
        </p:nvSpPr>
        <p:spPr>
          <a:xfrm>
            <a:off x="2804984" y="1888956"/>
            <a:ext cx="9144000" cy="811383"/>
          </a:xfrm>
        </p:spPr>
        <p:txBody>
          <a:bodyPr>
            <a:normAutofit/>
          </a:bodyPr>
          <a:lstStyle/>
          <a:p>
            <a:r>
              <a:rPr lang="en-US" sz="2800" b="1" dirty="0">
                <a:solidFill>
                  <a:srgbClr val="C00000"/>
                </a:solidFill>
                <a:latin typeface="Aptos Display" panose="020B0004020202020204" pitchFamily="34" charset="0"/>
              </a:rPr>
              <a:t>Decoding Manchester Coded Transmissions in Hardware</a:t>
            </a:r>
            <a:endParaRPr lang="LID4096" sz="2800" b="1" dirty="0">
              <a:solidFill>
                <a:srgbClr val="C00000"/>
              </a:solidFill>
              <a:latin typeface="Aptos Display" panose="020B0004020202020204" pitchFamily="34" charset="0"/>
            </a:endParaRPr>
          </a:p>
        </p:txBody>
      </p:sp>
      <p:sp>
        <p:nvSpPr>
          <p:cNvPr id="3" name="Subtitle 2">
            <a:extLst>
              <a:ext uri="{FF2B5EF4-FFF2-40B4-BE49-F238E27FC236}">
                <a16:creationId xmlns:a16="http://schemas.microsoft.com/office/drawing/2014/main" id="{715B2ABE-C50B-3621-1417-7E9BACA14B1D}"/>
              </a:ext>
            </a:extLst>
          </p:cNvPr>
          <p:cNvSpPr>
            <a:spLocks noGrp="1"/>
          </p:cNvSpPr>
          <p:nvPr>
            <p:ph type="subTitle" idx="1"/>
          </p:nvPr>
        </p:nvSpPr>
        <p:spPr>
          <a:xfrm>
            <a:off x="3923270" y="3317855"/>
            <a:ext cx="3458032" cy="811383"/>
          </a:xfrm>
        </p:spPr>
        <p:txBody>
          <a:bodyPr>
            <a:noAutofit/>
          </a:bodyPr>
          <a:lstStyle/>
          <a:p>
            <a:r>
              <a:rPr lang="en-US" sz="1800" dirty="0"/>
              <a:t>Zachary Kohnen</a:t>
            </a:r>
          </a:p>
          <a:p>
            <a:r>
              <a:rPr lang="en-US" sz="1800" dirty="0">
                <a:hlinkClick r:id="rId4"/>
              </a:rPr>
              <a:t>z.j.kohnen@student.tue.nl</a:t>
            </a:r>
            <a:endParaRPr lang="en-US" sz="1800" dirty="0"/>
          </a:p>
        </p:txBody>
      </p:sp>
      <p:sp>
        <p:nvSpPr>
          <p:cNvPr id="4" name="Flowchart: Manual Operation 3">
            <a:extLst>
              <a:ext uri="{FF2B5EF4-FFF2-40B4-BE49-F238E27FC236}">
                <a16:creationId xmlns:a16="http://schemas.microsoft.com/office/drawing/2014/main" id="{474E50FA-6F93-C9FF-70E3-BFE971E78246}"/>
              </a:ext>
            </a:extLst>
          </p:cNvPr>
          <p:cNvSpPr/>
          <p:nvPr/>
        </p:nvSpPr>
        <p:spPr>
          <a:xfrm>
            <a:off x="-79471" y="956319"/>
            <a:ext cx="3205730" cy="598029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7818 w 10000"/>
              <a:gd name="connsiteY2" fmla="*/ 9920 h 10000"/>
              <a:gd name="connsiteX3" fmla="*/ 2000 w 10000"/>
              <a:gd name="connsiteY3" fmla="*/ 10000 h 10000"/>
              <a:gd name="connsiteX4" fmla="*/ 0 w 10000"/>
              <a:gd name="connsiteY4" fmla="*/ 0 h 10000"/>
              <a:gd name="connsiteX0" fmla="*/ 4899 w 8000"/>
              <a:gd name="connsiteY0" fmla="*/ 0 h 10000"/>
              <a:gd name="connsiteX1" fmla="*/ 8000 w 8000"/>
              <a:gd name="connsiteY1" fmla="*/ 0 h 10000"/>
              <a:gd name="connsiteX2" fmla="*/ 5818 w 8000"/>
              <a:gd name="connsiteY2" fmla="*/ 9920 h 10000"/>
              <a:gd name="connsiteX3" fmla="*/ 0 w 8000"/>
              <a:gd name="connsiteY3" fmla="*/ 10000 h 10000"/>
              <a:gd name="connsiteX4" fmla="*/ 4899 w 8000"/>
              <a:gd name="connsiteY4" fmla="*/ 0 h 10000"/>
              <a:gd name="connsiteX0" fmla="*/ 56 w 3932"/>
              <a:gd name="connsiteY0" fmla="*/ 0 h 9920"/>
              <a:gd name="connsiteX1" fmla="*/ 3932 w 3932"/>
              <a:gd name="connsiteY1" fmla="*/ 0 h 9920"/>
              <a:gd name="connsiteX2" fmla="*/ 1205 w 3932"/>
              <a:gd name="connsiteY2" fmla="*/ 9920 h 9920"/>
              <a:gd name="connsiteX3" fmla="*/ 0 w 3932"/>
              <a:gd name="connsiteY3" fmla="*/ 9562 h 9920"/>
              <a:gd name="connsiteX4" fmla="*/ 56 w 3932"/>
              <a:gd name="connsiteY4" fmla="*/ 0 h 9920"/>
              <a:gd name="connsiteX0" fmla="*/ 142 w 10000"/>
              <a:gd name="connsiteY0" fmla="*/ 0 h 9789"/>
              <a:gd name="connsiteX1" fmla="*/ 10000 w 10000"/>
              <a:gd name="connsiteY1" fmla="*/ 0 h 9789"/>
              <a:gd name="connsiteX2" fmla="*/ 3248 w 10000"/>
              <a:gd name="connsiteY2" fmla="*/ 9789 h 9789"/>
              <a:gd name="connsiteX3" fmla="*/ 0 w 10000"/>
              <a:gd name="connsiteY3" fmla="*/ 9639 h 9789"/>
              <a:gd name="connsiteX4" fmla="*/ 142 w 10000"/>
              <a:gd name="connsiteY4" fmla="*/ 0 h 9789"/>
              <a:gd name="connsiteX0" fmla="*/ 142 w 10000"/>
              <a:gd name="connsiteY0" fmla="*/ 0 h 10004"/>
              <a:gd name="connsiteX1" fmla="*/ 10000 w 10000"/>
              <a:gd name="connsiteY1" fmla="*/ 0 h 10004"/>
              <a:gd name="connsiteX2" fmla="*/ 3248 w 10000"/>
              <a:gd name="connsiteY2" fmla="*/ 10000 h 10004"/>
              <a:gd name="connsiteX3" fmla="*/ 0 w 10000"/>
              <a:gd name="connsiteY3" fmla="*/ 10004 h 10004"/>
              <a:gd name="connsiteX4" fmla="*/ 142 w 10000"/>
              <a:gd name="connsiteY4" fmla="*/ 0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4">
                <a:moveTo>
                  <a:pt x="142" y="0"/>
                </a:moveTo>
                <a:lnTo>
                  <a:pt x="10000" y="0"/>
                </a:lnTo>
                <a:lnTo>
                  <a:pt x="3248" y="10000"/>
                </a:lnTo>
                <a:lnTo>
                  <a:pt x="0" y="10004"/>
                </a:lnTo>
                <a:cubicBezTo>
                  <a:pt x="48" y="6722"/>
                  <a:pt x="94" y="3282"/>
                  <a:pt x="142" y="0"/>
                </a:cubicBezTo>
                <a:close/>
              </a:path>
            </a:pathLst>
          </a:custGeom>
          <a:solidFill>
            <a:srgbClr val="C8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cxnSp>
        <p:nvCxnSpPr>
          <p:cNvPr id="8" name="Straight Connector 7">
            <a:extLst>
              <a:ext uri="{FF2B5EF4-FFF2-40B4-BE49-F238E27FC236}">
                <a16:creationId xmlns:a16="http://schemas.microsoft.com/office/drawing/2014/main" id="{DE8FFB09-4A11-A487-8748-F0E41A65AE4B}"/>
              </a:ext>
            </a:extLst>
          </p:cNvPr>
          <p:cNvCxnSpPr/>
          <p:nvPr/>
        </p:nvCxnSpPr>
        <p:spPr>
          <a:xfrm>
            <a:off x="2804984" y="968676"/>
            <a:ext cx="9387016" cy="0"/>
          </a:xfrm>
          <a:prstGeom prst="line">
            <a:avLst/>
          </a:prstGeom>
          <a:ln>
            <a:solidFill>
              <a:srgbClr val="C81919"/>
            </a:solidFill>
          </a:ln>
        </p:spPr>
        <p:style>
          <a:lnRef idx="3">
            <a:schemeClr val="accent2"/>
          </a:lnRef>
          <a:fillRef idx="0">
            <a:schemeClr val="accent2"/>
          </a:fillRef>
          <a:effectRef idx="2">
            <a:schemeClr val="accent2"/>
          </a:effectRef>
          <a:fontRef idx="minor">
            <a:schemeClr val="tx1"/>
          </a:fontRef>
        </p:style>
      </p:cxnSp>
      <p:pic>
        <p:nvPicPr>
          <p:cNvPr id="10" name="Graphic 9">
            <a:extLst>
              <a:ext uri="{FF2B5EF4-FFF2-40B4-BE49-F238E27FC236}">
                <a16:creationId xmlns:a16="http://schemas.microsoft.com/office/drawing/2014/main" id="{9C89CD98-5924-00D6-F38E-37D25F89A44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39650" y="185566"/>
            <a:ext cx="1361232" cy="701885"/>
          </a:xfrm>
          <a:prstGeom prst="rect">
            <a:avLst/>
          </a:prstGeom>
        </p:spPr>
      </p:pic>
      <p:pic>
        <p:nvPicPr>
          <p:cNvPr id="12" name="Picture 11" descr="A red and black logo&#10;&#10;AI-generated content may be incorrect.">
            <a:extLst>
              <a:ext uri="{FF2B5EF4-FFF2-40B4-BE49-F238E27FC236}">
                <a16:creationId xmlns:a16="http://schemas.microsoft.com/office/drawing/2014/main" id="{4EBE6660-EFBB-9FCD-4FC8-064D9D3561C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113004" y="36040"/>
            <a:ext cx="3373396" cy="920279"/>
          </a:xfrm>
          <a:prstGeom prst="rect">
            <a:avLst/>
          </a:prstGeom>
        </p:spPr>
      </p:pic>
      <p:cxnSp>
        <p:nvCxnSpPr>
          <p:cNvPr id="13" name="Straight Connector 12">
            <a:extLst>
              <a:ext uri="{FF2B5EF4-FFF2-40B4-BE49-F238E27FC236}">
                <a16:creationId xmlns:a16="http://schemas.microsoft.com/office/drawing/2014/main" id="{5DD29BA1-B322-C66C-7D20-A9B6D5AD5F1E}"/>
              </a:ext>
            </a:extLst>
          </p:cNvPr>
          <p:cNvCxnSpPr>
            <a:cxnSpLocks/>
          </p:cNvCxnSpPr>
          <p:nvPr/>
        </p:nvCxnSpPr>
        <p:spPr>
          <a:xfrm>
            <a:off x="1025611" y="6520979"/>
            <a:ext cx="11269362" cy="0"/>
          </a:xfrm>
          <a:prstGeom prst="line">
            <a:avLst/>
          </a:prstGeom>
          <a:ln>
            <a:solidFill>
              <a:srgbClr val="C81919"/>
            </a:solidFill>
          </a:ln>
        </p:spPr>
        <p:style>
          <a:lnRef idx="3">
            <a:schemeClr val="accent2"/>
          </a:lnRef>
          <a:fillRef idx="0">
            <a:schemeClr val="accent2"/>
          </a:fillRef>
          <a:effectRef idx="2">
            <a:schemeClr val="accent2"/>
          </a:effectRef>
          <a:fontRef idx="minor">
            <a:schemeClr val="tx1"/>
          </a:fontRef>
        </p:style>
      </p:cxnSp>
      <p:sp>
        <p:nvSpPr>
          <p:cNvPr id="15" name="TextBox 14">
            <a:extLst>
              <a:ext uri="{FF2B5EF4-FFF2-40B4-BE49-F238E27FC236}">
                <a16:creationId xmlns:a16="http://schemas.microsoft.com/office/drawing/2014/main" id="{CF3BF3AD-5B9F-87E8-F0F6-2DC623067621}"/>
              </a:ext>
            </a:extLst>
          </p:cNvPr>
          <p:cNvSpPr txBox="1"/>
          <p:nvPr/>
        </p:nvSpPr>
        <p:spPr>
          <a:xfrm>
            <a:off x="1316736" y="6547104"/>
            <a:ext cx="2852928" cy="307777"/>
          </a:xfrm>
          <a:prstGeom prst="rect">
            <a:avLst/>
          </a:prstGeom>
          <a:noFill/>
        </p:spPr>
        <p:txBody>
          <a:bodyPr wrap="square" rtlCol="0">
            <a:spAutoFit/>
          </a:bodyPr>
          <a:lstStyle/>
          <a:p>
            <a:r>
              <a:rPr lang="en-US" sz="1400" b="1" dirty="0"/>
              <a:t>Where innovation starts</a:t>
            </a:r>
            <a:endParaRPr lang="LID4096" sz="1400" b="1" dirty="0"/>
          </a:p>
        </p:txBody>
      </p:sp>
      <p:sp>
        <p:nvSpPr>
          <p:cNvPr id="5" name="Subtitle 2">
            <a:extLst>
              <a:ext uri="{FF2B5EF4-FFF2-40B4-BE49-F238E27FC236}">
                <a16:creationId xmlns:a16="http://schemas.microsoft.com/office/drawing/2014/main" id="{B04861D6-EF75-2B67-3495-045F75B9F7CC}"/>
              </a:ext>
            </a:extLst>
          </p:cNvPr>
          <p:cNvSpPr txBox="1">
            <a:spLocks/>
          </p:cNvSpPr>
          <p:nvPr/>
        </p:nvSpPr>
        <p:spPr>
          <a:xfrm>
            <a:off x="3923269" y="4430730"/>
            <a:ext cx="6602627" cy="167461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t>Information and Communication Theory Lab,</a:t>
            </a:r>
          </a:p>
          <a:p>
            <a:r>
              <a:rPr lang="en-US" sz="1800" dirty="0"/>
              <a:t>Signal Processing Systems Group,</a:t>
            </a:r>
          </a:p>
          <a:p>
            <a:r>
              <a:rPr lang="en-US" sz="1800" dirty="0"/>
              <a:t>Department of Electrical Engineering,</a:t>
            </a:r>
          </a:p>
          <a:p>
            <a:r>
              <a:rPr lang="en-US" sz="1800" dirty="0"/>
              <a:t>Eindhoven University of Technology, The Netherlands</a:t>
            </a:r>
          </a:p>
          <a:p>
            <a:r>
              <a:rPr lang="en-US" sz="1800" dirty="0">
                <a:hlinkClick r:id="rId8"/>
              </a:rPr>
              <a:t>www.sps.tue.nl/ictlab/</a:t>
            </a:r>
            <a:endParaRPr lang="LID4096" sz="1800" dirty="0"/>
          </a:p>
        </p:txBody>
      </p:sp>
      <p:sp>
        <p:nvSpPr>
          <p:cNvPr id="6" name="Subtitle 2">
            <a:extLst>
              <a:ext uri="{FF2B5EF4-FFF2-40B4-BE49-F238E27FC236}">
                <a16:creationId xmlns:a16="http://schemas.microsoft.com/office/drawing/2014/main" id="{A6C523D7-C7A6-821F-2850-3AC36D797376}"/>
              </a:ext>
            </a:extLst>
          </p:cNvPr>
          <p:cNvSpPr txBox="1">
            <a:spLocks/>
          </p:cNvSpPr>
          <p:nvPr/>
        </p:nvSpPr>
        <p:spPr>
          <a:xfrm>
            <a:off x="7381302" y="3317854"/>
            <a:ext cx="3296995" cy="8113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t>Alex Alvarado</a:t>
            </a:r>
          </a:p>
          <a:p>
            <a:r>
              <a:rPr lang="en-US" sz="1800" dirty="0">
                <a:hlinkClick r:id="rId9"/>
              </a:rPr>
              <a:t>a.alvarado@tue.nl</a:t>
            </a:r>
            <a:endParaRPr lang="en-US" sz="1800" dirty="0"/>
          </a:p>
        </p:txBody>
      </p:sp>
    </p:spTree>
    <p:extLst>
      <p:ext uri="{BB962C8B-B14F-4D97-AF65-F5344CB8AC3E}">
        <p14:creationId xmlns:p14="http://schemas.microsoft.com/office/powerpoint/2010/main" val="63531751"/>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descr="A diagram of a computer&#10;&#10;AI-generated content may be incorrect.">
            <a:extLst>
              <a:ext uri="{FF2B5EF4-FFF2-40B4-BE49-F238E27FC236}">
                <a16:creationId xmlns:a16="http://schemas.microsoft.com/office/drawing/2014/main" id="{A08A4FB6-B7BF-AB9A-BFDA-731AE96836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98635" y="3163376"/>
            <a:ext cx="4341236" cy="2366239"/>
          </a:xfrm>
          <a:prstGeom prst="rect">
            <a:avLst/>
          </a:prstGeom>
        </p:spPr>
      </p:pic>
      <p:pic>
        <p:nvPicPr>
          <p:cNvPr id="2" name="Picture 1" descr="A red and black logo&#10;&#10;AI-generated content may be incorrect.">
            <a:extLst>
              <a:ext uri="{FF2B5EF4-FFF2-40B4-BE49-F238E27FC236}">
                <a16:creationId xmlns:a16="http://schemas.microsoft.com/office/drawing/2014/main" id="{AE4143C2-E9B1-B671-F60E-D31F05BFE8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088A3F85-1882-C45B-E45E-DCD7FC9D2FE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82849027-AA8D-6B40-02D5-FF8F3284B971}"/>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8DA9A3D6-0E59-69D7-B88D-B4754BE04D72}"/>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42C1A0EF-3E68-D9FD-9204-D9075399BD5A}"/>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80D7EC9A-A056-EA15-9369-A12F23971E0C}"/>
              </a:ext>
            </a:extLst>
          </p:cNvPr>
          <p:cNvSpPr>
            <a:spLocks noGrp="1"/>
          </p:cNvSpPr>
          <p:nvPr>
            <p:ph type="sldNum" sz="quarter" idx="12"/>
          </p:nvPr>
        </p:nvSpPr>
        <p:spPr/>
        <p:txBody>
          <a:bodyPr/>
          <a:lstStyle/>
          <a:p>
            <a:r>
              <a:rPr lang="en-US" dirty="0"/>
              <a:t>1</a:t>
            </a:r>
          </a:p>
        </p:txBody>
      </p:sp>
      <p:sp>
        <p:nvSpPr>
          <p:cNvPr id="10" name="TextBox 9">
            <a:extLst>
              <a:ext uri="{FF2B5EF4-FFF2-40B4-BE49-F238E27FC236}">
                <a16:creationId xmlns:a16="http://schemas.microsoft.com/office/drawing/2014/main" id="{9885CBB9-E319-C9FE-529F-962B9BB7BEE8}"/>
              </a:ext>
            </a:extLst>
          </p:cNvPr>
          <p:cNvSpPr txBox="1"/>
          <p:nvPr/>
        </p:nvSpPr>
        <p:spPr>
          <a:xfrm>
            <a:off x="385275" y="705985"/>
            <a:ext cx="4299519" cy="584775"/>
          </a:xfrm>
          <a:prstGeom prst="rect">
            <a:avLst/>
          </a:prstGeom>
          <a:noFill/>
        </p:spPr>
        <p:txBody>
          <a:bodyPr wrap="square" rtlCol="0">
            <a:spAutoFit/>
          </a:bodyPr>
          <a:lstStyle/>
          <a:p>
            <a:r>
              <a:rPr lang="en-US" sz="3200" b="1" dirty="0"/>
              <a:t>The Project</a:t>
            </a:r>
            <a:endParaRPr lang="LID4096" sz="3200" b="1" dirty="0"/>
          </a:p>
        </p:txBody>
      </p:sp>
      <p:sp>
        <p:nvSpPr>
          <p:cNvPr id="11" name="Content Placeholder 2">
            <a:extLst>
              <a:ext uri="{FF2B5EF4-FFF2-40B4-BE49-F238E27FC236}">
                <a16:creationId xmlns:a16="http://schemas.microsoft.com/office/drawing/2014/main" id="{6D13CFFF-D1BF-E42A-36E6-168137F07102}"/>
              </a:ext>
            </a:extLst>
          </p:cNvPr>
          <p:cNvSpPr txBox="1">
            <a:spLocks/>
          </p:cNvSpPr>
          <p:nvPr/>
        </p:nvSpPr>
        <p:spPr>
          <a:xfrm>
            <a:off x="385275" y="1295394"/>
            <a:ext cx="10515600" cy="435133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SzPct val="100000"/>
              <a:buFont typeface="Wingdings" panose="05000000000000000000" pitchFamily="2" charset="2"/>
              <a:buChar char="§"/>
            </a:pPr>
            <a:r>
              <a:rPr lang="en-US" sz="2400" dirty="0"/>
              <a:t>Decoding Manchester-coded data from cheap devices like thermostats.</a:t>
            </a:r>
          </a:p>
          <a:p>
            <a:pPr>
              <a:buClr>
                <a:srgbClr val="C00000"/>
              </a:buClr>
              <a:buSzPct val="100000"/>
              <a:buFont typeface="Wingdings" panose="05000000000000000000" pitchFamily="2" charset="2"/>
              <a:buChar char="§"/>
            </a:pPr>
            <a:r>
              <a:rPr lang="en-US" sz="2400" dirty="0"/>
              <a:t>Goal: Demonstrate an ASIC-based solution using </a:t>
            </a:r>
            <a:r>
              <a:rPr lang="en-US" sz="2400" b="1" dirty="0" err="1"/>
              <a:t>TinyTapeout</a:t>
            </a:r>
            <a:r>
              <a:rPr lang="en-US" sz="2400" dirty="0"/>
              <a:t>.</a:t>
            </a:r>
          </a:p>
          <a:p>
            <a:pPr>
              <a:buClr>
                <a:srgbClr val="C00000"/>
              </a:buClr>
              <a:buSzPct val="100000"/>
              <a:buFont typeface="Wingdings" panose="05000000000000000000" pitchFamily="2" charset="2"/>
              <a:buChar char="§"/>
            </a:pPr>
            <a:r>
              <a:rPr lang="en-US" sz="2400" dirty="0"/>
              <a:t>Designed and simulated in 16 weeks (1 semester)</a:t>
            </a:r>
          </a:p>
        </p:txBody>
      </p:sp>
      <p:pic>
        <p:nvPicPr>
          <p:cNvPr id="12" name="Picture 11" descr="A close-up of a circuit board&#10;&#10;AI-generated content may be incorrect.">
            <a:extLst>
              <a:ext uri="{FF2B5EF4-FFF2-40B4-BE49-F238E27FC236}">
                <a16:creationId xmlns:a16="http://schemas.microsoft.com/office/drawing/2014/main" id="{064E7F36-C900-F584-B024-974D480C1E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38600" y="3462986"/>
            <a:ext cx="2780424" cy="1981728"/>
          </a:xfrm>
          <a:prstGeom prst="rect">
            <a:avLst/>
          </a:prstGeom>
        </p:spPr>
      </p:pic>
      <p:pic>
        <p:nvPicPr>
          <p:cNvPr id="13" name="Picture 12" descr="A white square device with a screen and buttons&#10;&#10;AI-generated content may be incorrect.">
            <a:extLst>
              <a:ext uri="{FF2B5EF4-FFF2-40B4-BE49-F238E27FC236}">
                <a16:creationId xmlns:a16="http://schemas.microsoft.com/office/drawing/2014/main" id="{D5ACE828-9906-C0D7-1CCD-3B15DEA8689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83574" y="3131862"/>
            <a:ext cx="2624723" cy="2705900"/>
          </a:xfrm>
          <a:prstGeom prst="rect">
            <a:avLst/>
          </a:prstGeom>
        </p:spPr>
      </p:pic>
      <p:sp>
        <p:nvSpPr>
          <p:cNvPr id="16" name="Content Placeholder 2">
            <a:extLst>
              <a:ext uri="{FF2B5EF4-FFF2-40B4-BE49-F238E27FC236}">
                <a16:creationId xmlns:a16="http://schemas.microsoft.com/office/drawing/2014/main" id="{94CEB0A1-57E2-02CF-4561-08A78BBFA236}"/>
              </a:ext>
            </a:extLst>
          </p:cNvPr>
          <p:cNvSpPr txBox="1">
            <a:spLocks/>
          </p:cNvSpPr>
          <p:nvPr/>
        </p:nvSpPr>
        <p:spPr>
          <a:xfrm>
            <a:off x="8153400" y="5563905"/>
            <a:ext cx="3009900" cy="987573"/>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SzPct val="100000"/>
              <a:buFont typeface="Wingdings" panose="05000000000000000000" pitchFamily="2" charset="2"/>
              <a:buChar char="§"/>
            </a:pPr>
            <a:r>
              <a:rPr lang="en-US" sz="2400" dirty="0"/>
              <a:t>Room Temp: 23.0°</a:t>
            </a:r>
          </a:p>
          <a:p>
            <a:pPr>
              <a:buClr>
                <a:srgbClr val="C00000"/>
              </a:buClr>
              <a:buSzPct val="100000"/>
              <a:buFont typeface="Wingdings" panose="05000000000000000000" pitchFamily="2" charset="2"/>
              <a:buChar char="§"/>
            </a:pPr>
            <a:r>
              <a:rPr lang="en-US" sz="2400" dirty="0"/>
              <a:t>Set Temp: 18.0°</a:t>
            </a:r>
          </a:p>
        </p:txBody>
      </p:sp>
      <p:cxnSp>
        <p:nvCxnSpPr>
          <p:cNvPr id="19" name="Straight Arrow Connector 18">
            <a:extLst>
              <a:ext uri="{FF2B5EF4-FFF2-40B4-BE49-F238E27FC236}">
                <a16:creationId xmlns:a16="http://schemas.microsoft.com/office/drawing/2014/main" id="{46DE6878-C747-A9FC-E9ED-DFEEC57B2666}"/>
              </a:ext>
            </a:extLst>
          </p:cNvPr>
          <p:cNvCxnSpPr>
            <a:cxnSpLocks/>
            <a:stCxn id="13" idx="3"/>
            <a:endCxn id="12" idx="1"/>
          </p:cNvCxnSpPr>
          <p:nvPr/>
        </p:nvCxnSpPr>
        <p:spPr>
          <a:xfrm flipV="1">
            <a:off x="3008297" y="4453850"/>
            <a:ext cx="1030303" cy="30962"/>
          </a:xfrm>
          <a:prstGeom prst="straightConnector1">
            <a:avLst/>
          </a:prstGeom>
          <a:ln w="3810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4" name="Straight Arrow Connector 3">
            <a:extLst>
              <a:ext uri="{FF2B5EF4-FFF2-40B4-BE49-F238E27FC236}">
                <a16:creationId xmlns:a16="http://schemas.microsoft.com/office/drawing/2014/main" id="{04E2A5D2-E3C8-B8D2-9182-F30E6334E8AB}"/>
              </a:ext>
            </a:extLst>
          </p:cNvPr>
          <p:cNvCxnSpPr>
            <a:cxnSpLocks/>
          </p:cNvCxnSpPr>
          <p:nvPr/>
        </p:nvCxnSpPr>
        <p:spPr>
          <a:xfrm flipV="1">
            <a:off x="6431592" y="3577590"/>
            <a:ext cx="1367043" cy="768905"/>
          </a:xfrm>
          <a:prstGeom prst="straightConnector1">
            <a:avLst/>
          </a:prstGeom>
          <a:ln w="3810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1" name="Picture 20" descr="A colorful striped background with a white circle with a white letter&#10;&#10;AI-generated content may be incorrect.">
            <a:extLst>
              <a:ext uri="{FF2B5EF4-FFF2-40B4-BE49-F238E27FC236}">
                <a16:creationId xmlns:a16="http://schemas.microsoft.com/office/drawing/2014/main" id="{DE668B7E-7AEA-3BCB-6FBB-1C8DB324AD8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160843" y="3713056"/>
            <a:ext cx="923470" cy="900383"/>
          </a:xfrm>
          <a:prstGeom prst="rect">
            <a:avLst/>
          </a:prstGeom>
        </p:spPr>
      </p:pic>
      <p:cxnSp>
        <p:nvCxnSpPr>
          <p:cNvPr id="23" name="Straight Arrow Connector 22">
            <a:extLst>
              <a:ext uri="{FF2B5EF4-FFF2-40B4-BE49-F238E27FC236}">
                <a16:creationId xmlns:a16="http://schemas.microsoft.com/office/drawing/2014/main" id="{2BCE75C7-2210-59B0-7EFD-C8C36A4B1BEA}"/>
              </a:ext>
            </a:extLst>
          </p:cNvPr>
          <p:cNvCxnSpPr>
            <a:cxnSpLocks/>
          </p:cNvCxnSpPr>
          <p:nvPr/>
        </p:nvCxnSpPr>
        <p:spPr>
          <a:xfrm>
            <a:off x="9622578" y="5339302"/>
            <a:ext cx="0" cy="312064"/>
          </a:xfrm>
          <a:prstGeom prst="straightConnector1">
            <a:avLst/>
          </a:prstGeom>
          <a:ln w="38100" cap="flat" cmpd="sng" algn="ctr">
            <a:solidFill>
              <a:schemeClr val="dk1"/>
            </a:solidFill>
            <a:prstDash val="dash"/>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17765546"/>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047CC-EB9D-F728-E717-705B65ADD155}"/>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8B6D28F2-0404-1F7E-E77F-D7B2EF532A3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A8CA80E4-377A-F833-715F-3B45B7A61BE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74FD42F0-B7E7-00C2-9806-349E807D9761}"/>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E55499B9-92EA-B8FE-1ED6-294CDE0D3B50}"/>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78F7A832-550C-5B97-696A-3D73F9FA2178}"/>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62A2CEDC-38E2-EF29-849E-BA35234A8392}"/>
              </a:ext>
            </a:extLst>
          </p:cNvPr>
          <p:cNvSpPr>
            <a:spLocks noGrp="1"/>
          </p:cNvSpPr>
          <p:nvPr>
            <p:ph type="sldNum" sz="quarter" idx="12"/>
          </p:nvPr>
        </p:nvSpPr>
        <p:spPr/>
        <p:txBody>
          <a:bodyPr/>
          <a:lstStyle/>
          <a:p>
            <a:r>
              <a:rPr lang="en-US" dirty="0"/>
              <a:t>2</a:t>
            </a:r>
          </a:p>
        </p:txBody>
      </p:sp>
      <p:sp>
        <p:nvSpPr>
          <p:cNvPr id="10" name="TextBox 9">
            <a:extLst>
              <a:ext uri="{FF2B5EF4-FFF2-40B4-BE49-F238E27FC236}">
                <a16:creationId xmlns:a16="http://schemas.microsoft.com/office/drawing/2014/main" id="{8146E017-366D-B9EE-B5E9-CD629396025A}"/>
              </a:ext>
            </a:extLst>
          </p:cNvPr>
          <p:cNvSpPr txBox="1"/>
          <p:nvPr/>
        </p:nvSpPr>
        <p:spPr>
          <a:xfrm>
            <a:off x="385275" y="705985"/>
            <a:ext cx="4299519" cy="584775"/>
          </a:xfrm>
          <a:prstGeom prst="rect">
            <a:avLst/>
          </a:prstGeom>
          <a:noFill/>
        </p:spPr>
        <p:txBody>
          <a:bodyPr wrap="square" rtlCol="0">
            <a:spAutoFit/>
          </a:bodyPr>
          <a:lstStyle/>
          <a:p>
            <a:r>
              <a:rPr lang="en-US" sz="3200" b="1" dirty="0"/>
              <a:t>Manchester Coding</a:t>
            </a:r>
            <a:endParaRPr lang="LID4096" sz="3200" b="1" dirty="0"/>
          </a:p>
        </p:txBody>
      </p:sp>
      <p:pic>
        <p:nvPicPr>
          <p:cNvPr id="14" name="Graphic 13">
            <a:extLst>
              <a:ext uri="{FF2B5EF4-FFF2-40B4-BE49-F238E27FC236}">
                <a16:creationId xmlns:a16="http://schemas.microsoft.com/office/drawing/2014/main" id="{D406C7AE-02BD-E123-D52B-0850665E78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524000" y="1441015"/>
            <a:ext cx="9144000" cy="1371600"/>
          </a:xfrm>
          <a:prstGeom prst="rect">
            <a:avLst/>
          </a:prstGeom>
        </p:spPr>
      </p:pic>
    </p:spTree>
    <p:extLst>
      <p:ext uri="{BB962C8B-B14F-4D97-AF65-F5344CB8AC3E}">
        <p14:creationId xmlns:p14="http://schemas.microsoft.com/office/powerpoint/2010/main" val="4239599108"/>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9EBE51-BB91-70B1-790E-AF3DF33CB398}"/>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FE2A69B7-3D05-AB43-3F64-2D9FF6C6EF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615A8F7A-692E-980A-5158-31FC7A89E42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5D218670-2E24-1827-5308-F812EDA302ED}"/>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32A33BBE-9C80-4486-D0AE-1420C0888A09}"/>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22C0A5DA-7B5B-FC50-B0AD-7B2FA071F65C}"/>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3609B191-0934-556F-CAD9-44309DE1CCA4}"/>
              </a:ext>
            </a:extLst>
          </p:cNvPr>
          <p:cNvSpPr>
            <a:spLocks noGrp="1"/>
          </p:cNvSpPr>
          <p:nvPr>
            <p:ph type="sldNum" sz="quarter" idx="12"/>
          </p:nvPr>
        </p:nvSpPr>
        <p:spPr/>
        <p:txBody>
          <a:bodyPr/>
          <a:lstStyle/>
          <a:p>
            <a:r>
              <a:rPr lang="en-US" dirty="0"/>
              <a:t>2</a:t>
            </a:r>
          </a:p>
        </p:txBody>
      </p:sp>
      <p:sp>
        <p:nvSpPr>
          <p:cNvPr id="10" name="TextBox 9">
            <a:extLst>
              <a:ext uri="{FF2B5EF4-FFF2-40B4-BE49-F238E27FC236}">
                <a16:creationId xmlns:a16="http://schemas.microsoft.com/office/drawing/2014/main" id="{DA39D98D-63D5-8AB6-9864-19BF7C1554B5}"/>
              </a:ext>
            </a:extLst>
          </p:cNvPr>
          <p:cNvSpPr txBox="1"/>
          <p:nvPr/>
        </p:nvSpPr>
        <p:spPr>
          <a:xfrm>
            <a:off x="385275" y="705985"/>
            <a:ext cx="4299519" cy="584775"/>
          </a:xfrm>
          <a:prstGeom prst="rect">
            <a:avLst/>
          </a:prstGeom>
          <a:noFill/>
        </p:spPr>
        <p:txBody>
          <a:bodyPr wrap="square" rtlCol="0">
            <a:spAutoFit/>
          </a:bodyPr>
          <a:lstStyle/>
          <a:p>
            <a:r>
              <a:rPr lang="en-US" sz="3200" b="1" dirty="0"/>
              <a:t>Manchester Coding</a:t>
            </a:r>
            <a:endParaRPr lang="LID4096" sz="3200" b="1" dirty="0"/>
          </a:p>
        </p:txBody>
      </p:sp>
      <p:pic>
        <p:nvPicPr>
          <p:cNvPr id="14" name="Graphic 13">
            <a:extLst>
              <a:ext uri="{FF2B5EF4-FFF2-40B4-BE49-F238E27FC236}">
                <a16:creationId xmlns:a16="http://schemas.microsoft.com/office/drawing/2014/main" id="{662F5904-6B3E-69EF-91C6-ACBD2C2A51B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24000" y="1441015"/>
            <a:ext cx="9144000" cy="1371600"/>
          </a:xfrm>
          <a:prstGeom prst="rect">
            <a:avLst/>
          </a:prstGeom>
        </p:spPr>
      </p:pic>
      <p:pic>
        <p:nvPicPr>
          <p:cNvPr id="25" name="Graphic 24">
            <a:extLst>
              <a:ext uri="{FF2B5EF4-FFF2-40B4-BE49-F238E27FC236}">
                <a16:creationId xmlns:a16="http://schemas.microsoft.com/office/drawing/2014/main" id="{8A16BD9A-EF01-EEB7-F32D-39625965F88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40068" y="2850613"/>
            <a:ext cx="4505325" cy="1743075"/>
          </a:xfrm>
          <a:prstGeom prst="rect">
            <a:avLst/>
          </a:prstGeom>
        </p:spPr>
      </p:pic>
      <p:pic>
        <p:nvPicPr>
          <p:cNvPr id="27" name="Graphic 26">
            <a:extLst>
              <a:ext uri="{FF2B5EF4-FFF2-40B4-BE49-F238E27FC236}">
                <a16:creationId xmlns:a16="http://schemas.microsoft.com/office/drawing/2014/main" id="{3043F4C8-F209-EBAE-3501-25A3DDAD8ECE}"/>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6607" y="2850612"/>
            <a:ext cx="4505325" cy="1743075"/>
          </a:xfrm>
          <a:prstGeom prst="rect">
            <a:avLst/>
          </a:prstGeom>
        </p:spPr>
      </p:pic>
    </p:spTree>
    <p:extLst>
      <p:ext uri="{BB962C8B-B14F-4D97-AF65-F5344CB8AC3E}">
        <p14:creationId xmlns:p14="http://schemas.microsoft.com/office/powerpoint/2010/main" val="208127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7736C-916E-4B2D-01EA-DFD0A4A9DE5F}"/>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1785754F-4793-B2F2-E753-D4A60B0683F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9898EBFC-174A-C01F-3313-89ADB220C9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491A0633-3062-4072-E4AF-1ABAED8BD13D}"/>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2ECCD765-C819-CD72-59D5-E3D0E3CB81C0}"/>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EC0A6084-C420-51FC-2F68-EA11890EBC65}"/>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FF5C9B75-705B-45D8-64D6-B9DF1CDB5C13}"/>
              </a:ext>
            </a:extLst>
          </p:cNvPr>
          <p:cNvSpPr>
            <a:spLocks noGrp="1"/>
          </p:cNvSpPr>
          <p:nvPr>
            <p:ph type="sldNum" sz="quarter" idx="12"/>
          </p:nvPr>
        </p:nvSpPr>
        <p:spPr/>
        <p:txBody>
          <a:bodyPr/>
          <a:lstStyle/>
          <a:p>
            <a:r>
              <a:rPr lang="en-US" dirty="0"/>
              <a:t>2</a:t>
            </a:r>
          </a:p>
        </p:txBody>
      </p:sp>
      <p:sp>
        <p:nvSpPr>
          <p:cNvPr id="10" name="TextBox 9">
            <a:extLst>
              <a:ext uri="{FF2B5EF4-FFF2-40B4-BE49-F238E27FC236}">
                <a16:creationId xmlns:a16="http://schemas.microsoft.com/office/drawing/2014/main" id="{F9829F30-7A95-2AC9-76F7-4F18CD3B676D}"/>
              </a:ext>
            </a:extLst>
          </p:cNvPr>
          <p:cNvSpPr txBox="1"/>
          <p:nvPr/>
        </p:nvSpPr>
        <p:spPr>
          <a:xfrm>
            <a:off x="385275" y="705985"/>
            <a:ext cx="4299519" cy="584775"/>
          </a:xfrm>
          <a:prstGeom prst="rect">
            <a:avLst/>
          </a:prstGeom>
          <a:noFill/>
        </p:spPr>
        <p:txBody>
          <a:bodyPr wrap="square" rtlCol="0">
            <a:spAutoFit/>
          </a:bodyPr>
          <a:lstStyle/>
          <a:p>
            <a:r>
              <a:rPr lang="en-US" sz="3200" b="1" dirty="0"/>
              <a:t>Manchester Coding</a:t>
            </a:r>
            <a:endParaRPr lang="LID4096" sz="3200" b="1" dirty="0"/>
          </a:p>
        </p:txBody>
      </p:sp>
      <p:pic>
        <p:nvPicPr>
          <p:cNvPr id="14" name="Graphic 13">
            <a:extLst>
              <a:ext uri="{FF2B5EF4-FFF2-40B4-BE49-F238E27FC236}">
                <a16:creationId xmlns:a16="http://schemas.microsoft.com/office/drawing/2014/main" id="{BAFE05EC-EB32-81B3-A371-72303FA978E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524000" y="1441015"/>
            <a:ext cx="9144000" cy="1371600"/>
          </a:xfrm>
          <a:prstGeom prst="rect">
            <a:avLst/>
          </a:prstGeom>
        </p:spPr>
      </p:pic>
      <p:pic>
        <p:nvPicPr>
          <p:cNvPr id="20" name="Graphic 19">
            <a:extLst>
              <a:ext uri="{FF2B5EF4-FFF2-40B4-BE49-F238E27FC236}">
                <a16:creationId xmlns:a16="http://schemas.microsoft.com/office/drawing/2014/main" id="{7E73A2A4-7B1A-F0E4-9852-BFF2EF3B9D8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524000" y="4780415"/>
            <a:ext cx="9144000" cy="1371600"/>
          </a:xfrm>
          <a:prstGeom prst="rect">
            <a:avLst/>
          </a:prstGeom>
        </p:spPr>
      </p:pic>
      <p:pic>
        <p:nvPicPr>
          <p:cNvPr id="25" name="Graphic 24">
            <a:extLst>
              <a:ext uri="{FF2B5EF4-FFF2-40B4-BE49-F238E27FC236}">
                <a16:creationId xmlns:a16="http://schemas.microsoft.com/office/drawing/2014/main" id="{8325D8F0-81B8-DCBF-ADC6-4C74C9E3F2B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140068" y="2850613"/>
            <a:ext cx="4505325" cy="1743075"/>
          </a:xfrm>
          <a:prstGeom prst="rect">
            <a:avLst/>
          </a:prstGeom>
        </p:spPr>
      </p:pic>
      <p:pic>
        <p:nvPicPr>
          <p:cNvPr id="27" name="Graphic 26">
            <a:extLst>
              <a:ext uri="{FF2B5EF4-FFF2-40B4-BE49-F238E27FC236}">
                <a16:creationId xmlns:a16="http://schemas.microsoft.com/office/drawing/2014/main" id="{0F8A59AC-8773-CBC9-1C2A-FA85FA05BE88}"/>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46607" y="2850612"/>
            <a:ext cx="4505325" cy="1743075"/>
          </a:xfrm>
          <a:prstGeom prst="rect">
            <a:avLst/>
          </a:prstGeom>
        </p:spPr>
      </p:pic>
    </p:spTree>
    <p:extLst>
      <p:ext uri="{BB962C8B-B14F-4D97-AF65-F5344CB8AC3E}">
        <p14:creationId xmlns:p14="http://schemas.microsoft.com/office/powerpoint/2010/main" val="2086005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F7837-98C5-6CF3-0EAE-2A4F872A64E0}"/>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22D0C116-23E3-FD8D-D086-253BEC14AB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565AEC22-A14C-57F6-8BA8-6D21A5EA38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E46DDE12-7E72-6CE8-C0DF-F6F0AC7B5AF9}"/>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92C65A4E-A30D-10E5-745F-65E486FAC958}"/>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FAD37EC8-F421-EAAD-E53C-C861AC7D9C2D}"/>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AB625156-45C4-BEF0-CAEF-CC49482997E2}"/>
              </a:ext>
            </a:extLst>
          </p:cNvPr>
          <p:cNvSpPr>
            <a:spLocks noGrp="1"/>
          </p:cNvSpPr>
          <p:nvPr>
            <p:ph type="sldNum" sz="quarter" idx="12"/>
          </p:nvPr>
        </p:nvSpPr>
        <p:spPr/>
        <p:txBody>
          <a:bodyPr/>
          <a:lstStyle/>
          <a:p>
            <a:r>
              <a:rPr lang="en-US" dirty="0"/>
              <a:t>3</a:t>
            </a:r>
          </a:p>
        </p:txBody>
      </p:sp>
      <p:sp>
        <p:nvSpPr>
          <p:cNvPr id="10" name="TextBox 9">
            <a:extLst>
              <a:ext uri="{FF2B5EF4-FFF2-40B4-BE49-F238E27FC236}">
                <a16:creationId xmlns:a16="http://schemas.microsoft.com/office/drawing/2014/main" id="{B9DDECA3-9682-E1C2-09BD-2E0FD0F4C2B0}"/>
              </a:ext>
            </a:extLst>
          </p:cNvPr>
          <p:cNvSpPr txBox="1"/>
          <p:nvPr/>
        </p:nvSpPr>
        <p:spPr>
          <a:xfrm>
            <a:off x="385275" y="705985"/>
            <a:ext cx="5370756" cy="584775"/>
          </a:xfrm>
          <a:prstGeom prst="rect">
            <a:avLst/>
          </a:prstGeom>
          <a:noFill/>
        </p:spPr>
        <p:txBody>
          <a:bodyPr wrap="square" rtlCol="0">
            <a:spAutoFit/>
          </a:bodyPr>
          <a:lstStyle/>
          <a:p>
            <a:r>
              <a:rPr lang="en-US" sz="3200" b="1" dirty="0"/>
              <a:t>Decoder State Machine</a:t>
            </a:r>
            <a:endParaRPr lang="LID4096" sz="3200" b="1" dirty="0"/>
          </a:p>
        </p:txBody>
      </p:sp>
      <p:pic>
        <p:nvPicPr>
          <p:cNvPr id="4" name="Graphic 3">
            <a:extLst>
              <a:ext uri="{FF2B5EF4-FFF2-40B4-BE49-F238E27FC236}">
                <a16:creationId xmlns:a16="http://schemas.microsoft.com/office/drawing/2014/main" id="{EDACD240-FA42-1806-F5DA-96914C742E51}"/>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6106540" y="1853058"/>
            <a:ext cx="5826380" cy="3457573"/>
          </a:xfrm>
          <a:prstGeom prst="rect">
            <a:avLst/>
          </a:prstGeom>
        </p:spPr>
      </p:pic>
      <p:pic>
        <p:nvPicPr>
          <p:cNvPr id="9" name="Graphic 8">
            <a:extLst>
              <a:ext uri="{FF2B5EF4-FFF2-40B4-BE49-F238E27FC236}">
                <a16:creationId xmlns:a16="http://schemas.microsoft.com/office/drawing/2014/main" id="{C1A4A359-774D-2617-89C9-837F25F9A18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34195" y="2492037"/>
            <a:ext cx="5972345" cy="2388938"/>
          </a:xfrm>
          <a:prstGeom prst="rect">
            <a:avLst/>
          </a:prstGeom>
        </p:spPr>
      </p:pic>
    </p:spTree>
    <p:extLst>
      <p:ext uri="{BB962C8B-B14F-4D97-AF65-F5344CB8AC3E}">
        <p14:creationId xmlns:p14="http://schemas.microsoft.com/office/powerpoint/2010/main" val="3836154781"/>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FD24E-725C-D8D1-A344-02E4AEA82F4E}"/>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94395259-C93A-39AE-682E-5C0C913874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82DE908C-B001-5A0F-9517-4B8AD312E41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A89F2A6A-58CD-3323-765C-D5CBD1DCA637}"/>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2ACA6C9F-4C20-249D-A2EE-190ACCF64671}"/>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8C6F3AE2-409F-8885-4BB9-011A11A6AF34}"/>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C12F91BA-50A7-86B3-C7E3-FD2E434305A0}"/>
              </a:ext>
            </a:extLst>
          </p:cNvPr>
          <p:cNvSpPr>
            <a:spLocks noGrp="1"/>
          </p:cNvSpPr>
          <p:nvPr>
            <p:ph type="sldNum" sz="quarter" idx="12"/>
          </p:nvPr>
        </p:nvSpPr>
        <p:spPr/>
        <p:txBody>
          <a:bodyPr/>
          <a:lstStyle/>
          <a:p>
            <a:r>
              <a:rPr lang="en-US" dirty="0"/>
              <a:t>3</a:t>
            </a:r>
          </a:p>
        </p:txBody>
      </p:sp>
      <p:sp>
        <p:nvSpPr>
          <p:cNvPr id="10" name="TextBox 9">
            <a:extLst>
              <a:ext uri="{FF2B5EF4-FFF2-40B4-BE49-F238E27FC236}">
                <a16:creationId xmlns:a16="http://schemas.microsoft.com/office/drawing/2014/main" id="{63EA6D32-F7A9-C503-200E-729974CF337A}"/>
              </a:ext>
            </a:extLst>
          </p:cNvPr>
          <p:cNvSpPr txBox="1"/>
          <p:nvPr/>
        </p:nvSpPr>
        <p:spPr>
          <a:xfrm>
            <a:off x="385275" y="705985"/>
            <a:ext cx="5370756" cy="584775"/>
          </a:xfrm>
          <a:prstGeom prst="rect">
            <a:avLst/>
          </a:prstGeom>
          <a:noFill/>
        </p:spPr>
        <p:txBody>
          <a:bodyPr wrap="square" rtlCol="0">
            <a:spAutoFit/>
          </a:bodyPr>
          <a:lstStyle/>
          <a:p>
            <a:r>
              <a:rPr lang="en-US" sz="3200" b="1" dirty="0"/>
              <a:t>Decoder State Machine</a:t>
            </a:r>
            <a:endParaRPr lang="LID4096" sz="3200" b="1" dirty="0"/>
          </a:p>
        </p:txBody>
      </p:sp>
      <p:pic>
        <p:nvPicPr>
          <p:cNvPr id="4" name="Graphic 3">
            <a:extLst>
              <a:ext uri="{FF2B5EF4-FFF2-40B4-BE49-F238E27FC236}">
                <a16:creationId xmlns:a16="http://schemas.microsoft.com/office/drawing/2014/main" id="{0FF742BE-DF79-AA07-1E36-EC34FA602454}"/>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106540" y="1853058"/>
            <a:ext cx="5826380" cy="3457573"/>
          </a:xfrm>
          <a:prstGeom prst="rect">
            <a:avLst/>
          </a:prstGeom>
        </p:spPr>
      </p:pic>
      <p:pic>
        <p:nvPicPr>
          <p:cNvPr id="9" name="Graphic 8">
            <a:extLst>
              <a:ext uri="{FF2B5EF4-FFF2-40B4-BE49-F238E27FC236}">
                <a16:creationId xmlns:a16="http://schemas.microsoft.com/office/drawing/2014/main" id="{5F73638F-50FA-B733-B6EB-FD01A6FB1648}"/>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34195" y="2492037"/>
            <a:ext cx="5972345" cy="2388938"/>
          </a:xfrm>
          <a:prstGeom prst="rect">
            <a:avLst/>
          </a:prstGeom>
        </p:spPr>
      </p:pic>
    </p:spTree>
    <p:extLst>
      <p:ext uri="{BB962C8B-B14F-4D97-AF65-F5344CB8AC3E}">
        <p14:creationId xmlns:p14="http://schemas.microsoft.com/office/powerpoint/2010/main" val="534101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B374A-C1C2-EB8D-666C-D189C6CF7C16}"/>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6EA6FBCD-9ADC-6FFC-A4D7-24CFDF8817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E9689F97-84FB-C215-E744-6E80551F667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95768622-6560-5A33-46BE-2BCEB85FF4C2}"/>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3B71A8F8-7108-096A-A59A-08D097210EED}"/>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4A776556-A670-E58A-DBD1-5437551CC913}"/>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2C651B83-CC35-78E9-FCD9-87DA2A2ECFD8}"/>
              </a:ext>
            </a:extLst>
          </p:cNvPr>
          <p:cNvSpPr>
            <a:spLocks noGrp="1"/>
          </p:cNvSpPr>
          <p:nvPr>
            <p:ph type="sldNum" sz="quarter" idx="12"/>
          </p:nvPr>
        </p:nvSpPr>
        <p:spPr/>
        <p:txBody>
          <a:bodyPr/>
          <a:lstStyle/>
          <a:p>
            <a:r>
              <a:rPr lang="en-US" dirty="0"/>
              <a:t>3</a:t>
            </a:r>
          </a:p>
        </p:txBody>
      </p:sp>
      <p:sp>
        <p:nvSpPr>
          <p:cNvPr id="10" name="TextBox 9">
            <a:extLst>
              <a:ext uri="{FF2B5EF4-FFF2-40B4-BE49-F238E27FC236}">
                <a16:creationId xmlns:a16="http://schemas.microsoft.com/office/drawing/2014/main" id="{7C83CD84-A751-57C6-06A9-7E60A270D7C5}"/>
              </a:ext>
            </a:extLst>
          </p:cNvPr>
          <p:cNvSpPr txBox="1"/>
          <p:nvPr/>
        </p:nvSpPr>
        <p:spPr>
          <a:xfrm>
            <a:off x="385275" y="705985"/>
            <a:ext cx="5370756" cy="584775"/>
          </a:xfrm>
          <a:prstGeom prst="rect">
            <a:avLst/>
          </a:prstGeom>
          <a:noFill/>
        </p:spPr>
        <p:txBody>
          <a:bodyPr wrap="square" rtlCol="0">
            <a:spAutoFit/>
          </a:bodyPr>
          <a:lstStyle/>
          <a:p>
            <a:r>
              <a:rPr lang="en-US" sz="3200" b="1" dirty="0"/>
              <a:t>Decoder State Machine</a:t>
            </a:r>
            <a:endParaRPr lang="LID4096" sz="3200" b="1" dirty="0"/>
          </a:p>
        </p:txBody>
      </p:sp>
      <p:pic>
        <p:nvPicPr>
          <p:cNvPr id="4" name="Graphic 3">
            <a:extLst>
              <a:ext uri="{FF2B5EF4-FFF2-40B4-BE49-F238E27FC236}">
                <a16:creationId xmlns:a16="http://schemas.microsoft.com/office/drawing/2014/main" id="{89C53185-969F-EDB3-55DC-7B6AA9D31E7E}"/>
              </a:ext>
            </a:extLst>
          </p:cNvPr>
          <p:cNvPicPr>
            <a:picLocks noChangeAspect="1"/>
          </p:cNvPicPr>
          <p:nvPr/>
        </p:nvPicPr>
        <p:blipFill>
          <a:blip r:embed="rId6">
            <a:extLst>
              <a:ext uri="{96DAC541-7B7A-43D3-8B79-37D633B846F1}">
                <asvg:svgBlip xmlns:asvg="http://schemas.microsoft.com/office/drawing/2016/SVG/main" r:embed="rId7"/>
              </a:ext>
            </a:extLst>
          </a:blip>
          <a:srcRect/>
          <a:stretch/>
        </p:blipFill>
        <p:spPr>
          <a:xfrm>
            <a:off x="6106540" y="1853058"/>
            <a:ext cx="5826380" cy="3457573"/>
          </a:xfrm>
          <a:prstGeom prst="rect">
            <a:avLst/>
          </a:prstGeom>
        </p:spPr>
      </p:pic>
      <p:pic>
        <p:nvPicPr>
          <p:cNvPr id="9" name="Graphic 8">
            <a:extLst>
              <a:ext uri="{FF2B5EF4-FFF2-40B4-BE49-F238E27FC236}">
                <a16:creationId xmlns:a16="http://schemas.microsoft.com/office/drawing/2014/main" id="{C7A09EC5-27D7-102E-7B5F-78A7A8BA0015}"/>
              </a:ext>
            </a:extLst>
          </p:cNvPr>
          <p:cNvPicPr>
            <a:picLocks noChangeAspect="1"/>
          </p:cNvPicPr>
          <p:nvPr/>
        </p:nvPicPr>
        <p:blipFill>
          <a:blip r:embed="rId8">
            <a:extLst>
              <a:ext uri="{96DAC541-7B7A-43D3-8B79-37D633B846F1}">
                <asvg:svgBlip xmlns:asvg="http://schemas.microsoft.com/office/drawing/2016/SVG/main" r:embed="rId9"/>
              </a:ext>
            </a:extLst>
          </a:blip>
          <a:srcRect/>
          <a:stretch/>
        </p:blipFill>
        <p:spPr>
          <a:xfrm>
            <a:off x="134195" y="2492037"/>
            <a:ext cx="5972345" cy="2388938"/>
          </a:xfrm>
          <a:prstGeom prst="rect">
            <a:avLst/>
          </a:prstGeom>
        </p:spPr>
      </p:pic>
    </p:spTree>
    <p:extLst>
      <p:ext uri="{BB962C8B-B14F-4D97-AF65-F5344CB8AC3E}">
        <p14:creationId xmlns:p14="http://schemas.microsoft.com/office/powerpoint/2010/main" val="30594369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7A4879-A81E-1E09-3F4F-234B8965DB14}"/>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E7DE6D83-3992-66DC-6CAF-141CAF846C3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A4882B5F-8C4C-F6AC-F8F1-BBD0DD5826A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F1F0DC2B-8A44-9B5B-9016-990CEB9085AB}"/>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94DF1D66-2F20-3372-B850-7FCF7B8B1250}"/>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BB746B80-252D-102F-9C04-3A9B71BBD379}"/>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4623162F-DBE2-BFA0-36FC-B0A609BC9B89}"/>
              </a:ext>
            </a:extLst>
          </p:cNvPr>
          <p:cNvSpPr>
            <a:spLocks noGrp="1"/>
          </p:cNvSpPr>
          <p:nvPr>
            <p:ph type="sldNum" sz="quarter" idx="12"/>
          </p:nvPr>
        </p:nvSpPr>
        <p:spPr/>
        <p:txBody>
          <a:bodyPr/>
          <a:lstStyle/>
          <a:p>
            <a:r>
              <a:rPr lang="en-US" dirty="0"/>
              <a:t>4</a:t>
            </a:r>
          </a:p>
        </p:txBody>
      </p:sp>
      <p:sp>
        <p:nvSpPr>
          <p:cNvPr id="10" name="TextBox 9">
            <a:extLst>
              <a:ext uri="{FF2B5EF4-FFF2-40B4-BE49-F238E27FC236}">
                <a16:creationId xmlns:a16="http://schemas.microsoft.com/office/drawing/2014/main" id="{25DC1021-BE6D-A7A2-F726-2F894A24B155}"/>
              </a:ext>
            </a:extLst>
          </p:cNvPr>
          <p:cNvSpPr txBox="1"/>
          <p:nvPr/>
        </p:nvSpPr>
        <p:spPr>
          <a:xfrm>
            <a:off x="385275" y="705985"/>
            <a:ext cx="4299519" cy="584775"/>
          </a:xfrm>
          <a:prstGeom prst="rect">
            <a:avLst/>
          </a:prstGeom>
          <a:noFill/>
        </p:spPr>
        <p:txBody>
          <a:bodyPr wrap="square" rtlCol="0">
            <a:spAutoFit/>
          </a:bodyPr>
          <a:lstStyle/>
          <a:p>
            <a:r>
              <a:rPr lang="en-US" sz="3200" b="1" dirty="0"/>
              <a:t>Data Frame</a:t>
            </a:r>
            <a:endParaRPr lang="LID4096" sz="3200" b="1" dirty="0"/>
          </a:p>
        </p:txBody>
      </p:sp>
      <p:sp>
        <p:nvSpPr>
          <p:cNvPr id="4" name="Content Placeholder 8">
            <a:extLst>
              <a:ext uri="{FF2B5EF4-FFF2-40B4-BE49-F238E27FC236}">
                <a16:creationId xmlns:a16="http://schemas.microsoft.com/office/drawing/2014/main" id="{D5082850-BA83-A800-50F9-5D1D6655359D}"/>
              </a:ext>
            </a:extLst>
          </p:cNvPr>
          <p:cNvSpPr txBox="1">
            <a:spLocks/>
          </p:cNvSpPr>
          <p:nvPr/>
        </p:nvSpPr>
        <p:spPr>
          <a:xfrm>
            <a:off x="1899140" y="3936240"/>
            <a:ext cx="4015154" cy="90350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rgbClr val="EEB500"/>
                </a:solidFill>
              </a:rPr>
              <a:t>Preamble: Same for each transmission</a:t>
            </a:r>
          </a:p>
        </p:txBody>
      </p:sp>
      <p:sp>
        <p:nvSpPr>
          <p:cNvPr id="13" name="Content Placeholder 8">
            <a:extLst>
              <a:ext uri="{FF2B5EF4-FFF2-40B4-BE49-F238E27FC236}">
                <a16:creationId xmlns:a16="http://schemas.microsoft.com/office/drawing/2014/main" id="{BD5BF6A8-4E08-DDBD-A27F-630ACFD14072}"/>
              </a:ext>
            </a:extLst>
          </p:cNvPr>
          <p:cNvSpPr txBox="1">
            <a:spLocks/>
          </p:cNvSpPr>
          <p:nvPr/>
        </p:nvSpPr>
        <p:spPr>
          <a:xfrm>
            <a:off x="6294301" y="3936240"/>
            <a:ext cx="5138802" cy="90350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000" b="1" dirty="0">
                <a:solidFill>
                  <a:srgbClr val="8CB592"/>
                </a:solidFill>
              </a:rPr>
              <a:t>Data: Variable, containing the interesting fields</a:t>
            </a:r>
          </a:p>
        </p:txBody>
      </p:sp>
      <p:pic>
        <p:nvPicPr>
          <p:cNvPr id="12" name="Graphic 11">
            <a:extLst>
              <a:ext uri="{FF2B5EF4-FFF2-40B4-BE49-F238E27FC236}">
                <a16:creationId xmlns:a16="http://schemas.microsoft.com/office/drawing/2014/main" id="{6F126629-777D-FBCD-2EFD-EE37328F83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58896" y="2323945"/>
            <a:ext cx="10674207" cy="1601131"/>
          </a:xfrm>
          <a:prstGeom prst="rect">
            <a:avLst/>
          </a:prstGeom>
        </p:spPr>
      </p:pic>
    </p:spTree>
    <p:extLst>
      <p:ext uri="{BB962C8B-B14F-4D97-AF65-F5344CB8AC3E}">
        <p14:creationId xmlns:p14="http://schemas.microsoft.com/office/powerpoint/2010/main" val="241066542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5D420-148D-14A8-F575-33714F6235BD}"/>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698EB2EE-D36D-8682-80AE-F33575C407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BFE46FB4-EF7D-4D18-D3F7-0E55F4159D5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2FC5A031-60A5-9D29-D1C6-1B994A376C4C}"/>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17C0E345-3CAB-93BA-5A6A-C03C7451C1C7}"/>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085B58D0-9B03-A59B-734E-3CBCF0E59481}"/>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6E27F177-29E2-B181-B3B8-2A360DE9A35B}"/>
              </a:ext>
            </a:extLst>
          </p:cNvPr>
          <p:cNvSpPr>
            <a:spLocks noGrp="1"/>
          </p:cNvSpPr>
          <p:nvPr>
            <p:ph type="sldNum" sz="quarter" idx="12"/>
          </p:nvPr>
        </p:nvSpPr>
        <p:spPr/>
        <p:txBody>
          <a:bodyPr/>
          <a:lstStyle/>
          <a:p>
            <a:r>
              <a:rPr lang="en-US" dirty="0"/>
              <a:t>5</a:t>
            </a:r>
          </a:p>
        </p:txBody>
      </p:sp>
      <p:sp>
        <p:nvSpPr>
          <p:cNvPr id="10" name="TextBox 9">
            <a:extLst>
              <a:ext uri="{FF2B5EF4-FFF2-40B4-BE49-F238E27FC236}">
                <a16:creationId xmlns:a16="http://schemas.microsoft.com/office/drawing/2014/main" id="{5226B3DD-F80F-91F0-5C58-80A102D4522B}"/>
              </a:ext>
            </a:extLst>
          </p:cNvPr>
          <p:cNvSpPr txBox="1"/>
          <p:nvPr/>
        </p:nvSpPr>
        <p:spPr>
          <a:xfrm>
            <a:off x="385275" y="705985"/>
            <a:ext cx="4299519" cy="584775"/>
          </a:xfrm>
          <a:prstGeom prst="rect">
            <a:avLst/>
          </a:prstGeom>
          <a:noFill/>
        </p:spPr>
        <p:txBody>
          <a:bodyPr wrap="square" rtlCol="0">
            <a:spAutoFit/>
          </a:bodyPr>
          <a:lstStyle/>
          <a:p>
            <a:r>
              <a:rPr lang="en-US" sz="3200" b="1" dirty="0"/>
              <a:t>Optimization</a:t>
            </a:r>
            <a:endParaRPr lang="LID4096" sz="3200" b="1" dirty="0"/>
          </a:p>
        </p:txBody>
      </p:sp>
      <p:sp>
        <p:nvSpPr>
          <p:cNvPr id="4" name="Content Placeholder 2">
            <a:extLst>
              <a:ext uri="{FF2B5EF4-FFF2-40B4-BE49-F238E27FC236}">
                <a16:creationId xmlns:a16="http://schemas.microsoft.com/office/drawing/2014/main" id="{DB89EE8A-FC82-5DA1-49F0-131096826711}"/>
              </a:ext>
            </a:extLst>
          </p:cNvPr>
          <p:cNvSpPr txBox="1">
            <a:spLocks/>
          </p:cNvSpPr>
          <p:nvPr/>
        </p:nvSpPr>
        <p:spPr>
          <a:xfrm>
            <a:off x="385275" y="1277494"/>
            <a:ext cx="5090794"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Support from </a:t>
            </a:r>
            <a:r>
              <a:rPr lang="en-US" sz="2400" dirty="0" err="1"/>
              <a:t>TinyTapeout</a:t>
            </a:r>
            <a:r>
              <a:rPr lang="en-US" sz="2400" dirty="0"/>
              <a:t> Discord community</a:t>
            </a:r>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r>
              <a:rPr lang="en-US" sz="2400" dirty="0"/>
              <a:t>ASIC fits within a single tile</a:t>
            </a:r>
          </a:p>
        </p:txBody>
      </p:sp>
      <p:pic>
        <p:nvPicPr>
          <p:cNvPr id="9" name="Picture 8">
            <a:extLst>
              <a:ext uri="{FF2B5EF4-FFF2-40B4-BE49-F238E27FC236}">
                <a16:creationId xmlns:a16="http://schemas.microsoft.com/office/drawing/2014/main" id="{2D7E58B0-8AC0-B16F-EC2B-9881145D266E}"/>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32089" y="1398662"/>
            <a:ext cx="6144508" cy="4259175"/>
          </a:xfrm>
          <a:prstGeom prst="rect">
            <a:avLst/>
          </a:prstGeom>
        </p:spPr>
      </p:pic>
      <p:pic>
        <p:nvPicPr>
          <p:cNvPr id="13" name="Picture 12" descr="A colorful striped background with a white circle with a white letter&#10;&#10;AI-generated content may be incorrect.">
            <a:extLst>
              <a:ext uri="{FF2B5EF4-FFF2-40B4-BE49-F238E27FC236}">
                <a16:creationId xmlns:a16="http://schemas.microsoft.com/office/drawing/2014/main" id="{E0DD778D-7EE2-4E10-AD55-103748EBEB5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9612" y="1862269"/>
            <a:ext cx="923470" cy="900383"/>
          </a:xfrm>
          <a:prstGeom prst="rect">
            <a:avLst/>
          </a:prstGeom>
        </p:spPr>
      </p:pic>
      <p:pic>
        <p:nvPicPr>
          <p:cNvPr id="12" name="Graphic 11">
            <a:extLst>
              <a:ext uri="{FF2B5EF4-FFF2-40B4-BE49-F238E27FC236}">
                <a16:creationId xmlns:a16="http://schemas.microsoft.com/office/drawing/2014/main" id="{D1103A4C-45C6-6F5F-AF19-B8671280F62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68686" y="2518590"/>
            <a:ext cx="773610" cy="584776"/>
          </a:xfrm>
          <a:prstGeom prst="rect">
            <a:avLst/>
          </a:prstGeom>
        </p:spPr>
      </p:pic>
    </p:spTree>
    <p:extLst>
      <p:ext uri="{BB962C8B-B14F-4D97-AF65-F5344CB8AC3E}">
        <p14:creationId xmlns:p14="http://schemas.microsoft.com/office/powerpoint/2010/main" val="1157985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0832E-CAC6-CB3B-C5A6-2605AAE530BC}"/>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ACC6C3B7-E070-6E8C-9CF0-F80C999B6F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FE21C2F3-0817-0D6E-C53C-72BB77EADCB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6165B0A6-C2E6-E3DB-F993-FDA0EAA0058A}"/>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54711C7E-BC05-980D-AF1D-A4CF078A9C36}"/>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5F69CB19-9357-149A-705A-3FC0E1CE9D8D}"/>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FB308587-7B80-5CD9-D4CD-63F902FEE2CD}"/>
              </a:ext>
            </a:extLst>
          </p:cNvPr>
          <p:cNvSpPr>
            <a:spLocks noGrp="1"/>
          </p:cNvSpPr>
          <p:nvPr>
            <p:ph type="sldNum" sz="quarter" idx="12"/>
          </p:nvPr>
        </p:nvSpPr>
        <p:spPr/>
        <p:txBody>
          <a:bodyPr/>
          <a:lstStyle/>
          <a:p>
            <a:r>
              <a:rPr lang="en-US" dirty="0"/>
              <a:t>5</a:t>
            </a:r>
          </a:p>
        </p:txBody>
      </p:sp>
      <p:sp>
        <p:nvSpPr>
          <p:cNvPr id="10" name="TextBox 9">
            <a:extLst>
              <a:ext uri="{FF2B5EF4-FFF2-40B4-BE49-F238E27FC236}">
                <a16:creationId xmlns:a16="http://schemas.microsoft.com/office/drawing/2014/main" id="{52C3E8EB-B7CF-BCCD-110D-34194082B28D}"/>
              </a:ext>
            </a:extLst>
          </p:cNvPr>
          <p:cNvSpPr txBox="1"/>
          <p:nvPr/>
        </p:nvSpPr>
        <p:spPr>
          <a:xfrm>
            <a:off x="385275" y="705985"/>
            <a:ext cx="4299519" cy="584775"/>
          </a:xfrm>
          <a:prstGeom prst="rect">
            <a:avLst/>
          </a:prstGeom>
          <a:noFill/>
        </p:spPr>
        <p:txBody>
          <a:bodyPr wrap="square" rtlCol="0">
            <a:spAutoFit/>
          </a:bodyPr>
          <a:lstStyle/>
          <a:p>
            <a:r>
              <a:rPr lang="en-US" sz="3200" b="1" dirty="0"/>
              <a:t>Optimization</a:t>
            </a:r>
            <a:endParaRPr lang="LID4096" sz="3200" b="1" dirty="0"/>
          </a:p>
        </p:txBody>
      </p:sp>
      <p:pic>
        <p:nvPicPr>
          <p:cNvPr id="9" name="Picture 8">
            <a:extLst>
              <a:ext uri="{FF2B5EF4-FFF2-40B4-BE49-F238E27FC236}">
                <a16:creationId xmlns:a16="http://schemas.microsoft.com/office/drawing/2014/main" id="{5D344083-4116-E7FC-309B-09AB857C2B8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5432089" y="1398662"/>
            <a:ext cx="6144508" cy="4259174"/>
          </a:xfrm>
          <a:prstGeom prst="rect">
            <a:avLst/>
          </a:prstGeom>
        </p:spPr>
      </p:pic>
      <p:sp>
        <p:nvSpPr>
          <p:cNvPr id="14" name="Content Placeholder 2">
            <a:extLst>
              <a:ext uri="{FF2B5EF4-FFF2-40B4-BE49-F238E27FC236}">
                <a16:creationId xmlns:a16="http://schemas.microsoft.com/office/drawing/2014/main" id="{FD7F1CD7-182B-282E-FFDC-3C3E8E931708}"/>
              </a:ext>
            </a:extLst>
          </p:cNvPr>
          <p:cNvSpPr txBox="1">
            <a:spLocks/>
          </p:cNvSpPr>
          <p:nvPr/>
        </p:nvSpPr>
        <p:spPr>
          <a:xfrm>
            <a:off x="385275" y="1277494"/>
            <a:ext cx="5090794"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Support from </a:t>
            </a:r>
            <a:r>
              <a:rPr lang="en-US" sz="2400" dirty="0" err="1"/>
              <a:t>TinyTapeout</a:t>
            </a:r>
            <a:r>
              <a:rPr lang="en-US" sz="2400" dirty="0"/>
              <a:t> Discord community</a:t>
            </a:r>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endParaRPr lang="en-US" sz="2400" dirty="0"/>
          </a:p>
          <a:p>
            <a:pPr>
              <a:buClr>
                <a:srgbClr val="C00000"/>
              </a:buClr>
              <a:buFont typeface="Wingdings" panose="05000000000000000000" pitchFamily="2" charset="2"/>
              <a:buChar char="§"/>
            </a:pPr>
            <a:r>
              <a:rPr lang="en-US" sz="2400" dirty="0"/>
              <a:t>ASIC fits within a single tile</a:t>
            </a:r>
          </a:p>
          <a:p>
            <a:pPr>
              <a:buClr>
                <a:srgbClr val="C00000"/>
              </a:buClr>
              <a:buFont typeface="Wingdings" panose="05000000000000000000" pitchFamily="2" charset="2"/>
              <a:buChar char="§"/>
            </a:pPr>
            <a:r>
              <a:rPr lang="en-US" sz="2400" dirty="0"/>
              <a:t>Optimized further from 62% to 32% utilization.</a:t>
            </a:r>
          </a:p>
        </p:txBody>
      </p:sp>
      <p:pic>
        <p:nvPicPr>
          <p:cNvPr id="15" name="Picture 14" descr="A colorful striped background with a white circle with a white letter&#10;&#10;AI-generated content may be incorrect.">
            <a:extLst>
              <a:ext uri="{FF2B5EF4-FFF2-40B4-BE49-F238E27FC236}">
                <a16:creationId xmlns:a16="http://schemas.microsoft.com/office/drawing/2014/main" id="{4BA4B175-1525-80B3-782B-6436A000EEA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909612" y="1862269"/>
            <a:ext cx="923470" cy="900383"/>
          </a:xfrm>
          <a:prstGeom prst="rect">
            <a:avLst/>
          </a:prstGeom>
        </p:spPr>
      </p:pic>
      <p:pic>
        <p:nvPicPr>
          <p:cNvPr id="16" name="Graphic 15">
            <a:extLst>
              <a:ext uri="{FF2B5EF4-FFF2-40B4-BE49-F238E27FC236}">
                <a16:creationId xmlns:a16="http://schemas.microsoft.com/office/drawing/2014/main" id="{9AEA6CAE-DC36-0D68-FD7B-47853505DD6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68686" y="2518590"/>
            <a:ext cx="773610" cy="584776"/>
          </a:xfrm>
          <a:prstGeom prst="rect">
            <a:avLst/>
          </a:prstGeom>
        </p:spPr>
      </p:pic>
    </p:spTree>
    <p:extLst>
      <p:ext uri="{BB962C8B-B14F-4D97-AF65-F5344CB8AC3E}">
        <p14:creationId xmlns:p14="http://schemas.microsoft.com/office/powerpoint/2010/main" val="2158612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63536-0C10-8B25-EF34-74A451D5558C}"/>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5100BDEE-DCCD-A366-75DE-EA1B2ED4603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2B01C488-C88D-0181-F06D-F4A798434B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9563F20B-CB7A-B7F2-959F-722A9C958CEB}"/>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53486B24-AA2D-F96F-8B3C-7E8B63E3E362}"/>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C44F3086-F863-063E-DC4C-41386997C603}"/>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E54248FC-8F8B-A4DE-4589-F426B9BF259D}"/>
              </a:ext>
            </a:extLst>
          </p:cNvPr>
          <p:cNvSpPr>
            <a:spLocks noGrp="1"/>
          </p:cNvSpPr>
          <p:nvPr>
            <p:ph type="sldNum" sz="quarter" idx="12"/>
          </p:nvPr>
        </p:nvSpPr>
        <p:spPr/>
        <p:txBody>
          <a:bodyPr/>
          <a:lstStyle/>
          <a:p>
            <a:r>
              <a:rPr lang="en-US" dirty="0"/>
              <a:t>6</a:t>
            </a:r>
          </a:p>
        </p:txBody>
      </p:sp>
      <p:sp>
        <p:nvSpPr>
          <p:cNvPr id="10" name="TextBox 9">
            <a:extLst>
              <a:ext uri="{FF2B5EF4-FFF2-40B4-BE49-F238E27FC236}">
                <a16:creationId xmlns:a16="http://schemas.microsoft.com/office/drawing/2014/main" id="{B3604C92-86B9-1B7D-3AA3-EC5966EB4A9C}"/>
              </a:ext>
            </a:extLst>
          </p:cNvPr>
          <p:cNvSpPr txBox="1"/>
          <p:nvPr/>
        </p:nvSpPr>
        <p:spPr>
          <a:xfrm>
            <a:off x="385275" y="705985"/>
            <a:ext cx="4299519" cy="584775"/>
          </a:xfrm>
          <a:prstGeom prst="rect">
            <a:avLst/>
          </a:prstGeom>
          <a:noFill/>
        </p:spPr>
        <p:txBody>
          <a:bodyPr wrap="square" rtlCol="0">
            <a:spAutoFit/>
          </a:bodyPr>
          <a:lstStyle/>
          <a:p>
            <a:r>
              <a:rPr lang="en-US" sz="3200" b="1" dirty="0"/>
              <a:t>Simulation Testing</a:t>
            </a:r>
            <a:endParaRPr lang="LID4096" sz="3200" b="1" dirty="0"/>
          </a:p>
        </p:txBody>
      </p:sp>
      <p:sp>
        <p:nvSpPr>
          <p:cNvPr id="11" name="Content Placeholder 9">
            <a:extLst>
              <a:ext uri="{FF2B5EF4-FFF2-40B4-BE49-F238E27FC236}">
                <a16:creationId xmlns:a16="http://schemas.microsoft.com/office/drawing/2014/main" id="{2593C86F-E87A-D93F-5306-706011F600D7}"/>
              </a:ext>
            </a:extLst>
          </p:cNvPr>
          <p:cNvSpPr txBox="1">
            <a:spLocks/>
          </p:cNvSpPr>
          <p:nvPr/>
        </p:nvSpPr>
        <p:spPr>
          <a:xfrm>
            <a:off x="385275" y="1248360"/>
            <a:ext cx="9254484" cy="80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Transmissions from the thermostat were captured with the RXB6</a:t>
            </a:r>
          </a:p>
          <a:p>
            <a:pPr lvl="1">
              <a:buClr>
                <a:srgbClr val="C00000"/>
              </a:buClr>
              <a:buFont typeface="Wingdings" panose="05000000000000000000" pitchFamily="2" charset="2"/>
              <a:buChar char="§"/>
            </a:pPr>
            <a:r>
              <a:rPr lang="en-US" sz="2000" dirty="0"/>
              <a:t>Replayed into Verilog simulations</a:t>
            </a:r>
          </a:p>
          <a:p>
            <a:pPr>
              <a:buClr>
                <a:srgbClr val="C00000"/>
              </a:buClr>
              <a:buFont typeface="Wingdings" panose="05000000000000000000" pitchFamily="2" charset="2"/>
              <a:buChar char="§"/>
            </a:pPr>
            <a:endParaRPr lang="en-US" sz="2400" dirty="0"/>
          </a:p>
        </p:txBody>
      </p:sp>
      <p:pic>
        <p:nvPicPr>
          <p:cNvPr id="12" name="Picture 11" descr="A screenshot of a computer&#10;&#10;AI-generated content may be incorrect.">
            <a:extLst>
              <a:ext uri="{FF2B5EF4-FFF2-40B4-BE49-F238E27FC236}">
                <a16:creationId xmlns:a16="http://schemas.microsoft.com/office/drawing/2014/main" id="{3F43E1E7-420F-D148-A741-0002811DC26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8092" y="2049137"/>
            <a:ext cx="11195816" cy="2283683"/>
          </a:xfrm>
          <a:prstGeom prst="rect">
            <a:avLst/>
          </a:prstGeom>
        </p:spPr>
      </p:pic>
    </p:spTree>
    <p:extLst>
      <p:ext uri="{BB962C8B-B14F-4D97-AF65-F5344CB8AC3E}">
        <p14:creationId xmlns:p14="http://schemas.microsoft.com/office/powerpoint/2010/main" val="3456936995"/>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1C755-4BFD-9EAC-0AA7-62152598D348}"/>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953B1B18-C113-0C8F-F3F1-9D5EEFA6BF1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D324CB86-9AB3-6C75-81BB-4BE08345F76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2F27DB83-4806-F974-D89F-0782E7B84668}"/>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86586838-5763-67B2-0134-2D04EEE668A1}"/>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37A67959-84AE-EAB9-AA43-4A3F420DC3FC}"/>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05D340D6-CE17-A2AD-831C-9023F4DC4CC2}"/>
              </a:ext>
            </a:extLst>
          </p:cNvPr>
          <p:cNvSpPr>
            <a:spLocks noGrp="1"/>
          </p:cNvSpPr>
          <p:nvPr>
            <p:ph type="sldNum" sz="quarter" idx="12"/>
          </p:nvPr>
        </p:nvSpPr>
        <p:spPr/>
        <p:txBody>
          <a:bodyPr/>
          <a:lstStyle/>
          <a:p>
            <a:r>
              <a:rPr lang="en-US" dirty="0"/>
              <a:t>6</a:t>
            </a:r>
          </a:p>
        </p:txBody>
      </p:sp>
      <p:sp>
        <p:nvSpPr>
          <p:cNvPr id="10" name="TextBox 9">
            <a:extLst>
              <a:ext uri="{FF2B5EF4-FFF2-40B4-BE49-F238E27FC236}">
                <a16:creationId xmlns:a16="http://schemas.microsoft.com/office/drawing/2014/main" id="{894B4A09-3FEE-8F08-2E00-CC018302D1C8}"/>
              </a:ext>
            </a:extLst>
          </p:cNvPr>
          <p:cNvSpPr txBox="1"/>
          <p:nvPr/>
        </p:nvSpPr>
        <p:spPr>
          <a:xfrm>
            <a:off x="385275" y="705985"/>
            <a:ext cx="4299519" cy="584775"/>
          </a:xfrm>
          <a:prstGeom prst="rect">
            <a:avLst/>
          </a:prstGeom>
          <a:noFill/>
        </p:spPr>
        <p:txBody>
          <a:bodyPr wrap="square" rtlCol="0">
            <a:spAutoFit/>
          </a:bodyPr>
          <a:lstStyle/>
          <a:p>
            <a:r>
              <a:rPr lang="en-US" sz="3200" b="1" dirty="0"/>
              <a:t>Simulation Testing</a:t>
            </a:r>
            <a:endParaRPr lang="LID4096" sz="3200" b="1" dirty="0"/>
          </a:p>
        </p:txBody>
      </p:sp>
      <p:sp>
        <p:nvSpPr>
          <p:cNvPr id="11" name="Content Placeholder 9">
            <a:extLst>
              <a:ext uri="{FF2B5EF4-FFF2-40B4-BE49-F238E27FC236}">
                <a16:creationId xmlns:a16="http://schemas.microsoft.com/office/drawing/2014/main" id="{CE3C4F79-8DBE-2E89-F197-46E3F9E31E90}"/>
              </a:ext>
            </a:extLst>
          </p:cNvPr>
          <p:cNvSpPr txBox="1">
            <a:spLocks/>
          </p:cNvSpPr>
          <p:nvPr/>
        </p:nvSpPr>
        <p:spPr>
          <a:xfrm>
            <a:off x="385275" y="1248360"/>
            <a:ext cx="9254484" cy="80077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Transmissions from the thermostat were captured with the RXB6</a:t>
            </a:r>
          </a:p>
          <a:p>
            <a:pPr lvl="1">
              <a:buClr>
                <a:srgbClr val="C00000"/>
              </a:buClr>
              <a:buFont typeface="Wingdings" panose="05000000000000000000" pitchFamily="2" charset="2"/>
              <a:buChar char="§"/>
            </a:pPr>
            <a:r>
              <a:rPr lang="en-US" sz="2000" dirty="0"/>
              <a:t>Replayed into Verilog simulations</a:t>
            </a:r>
          </a:p>
          <a:p>
            <a:pPr>
              <a:buClr>
                <a:srgbClr val="C00000"/>
              </a:buClr>
              <a:buFont typeface="Wingdings" panose="05000000000000000000" pitchFamily="2" charset="2"/>
              <a:buChar char="§"/>
            </a:pPr>
            <a:endParaRPr lang="en-US" sz="2400" dirty="0"/>
          </a:p>
        </p:txBody>
      </p:sp>
      <p:pic>
        <p:nvPicPr>
          <p:cNvPr id="12" name="Picture 11" descr="A screenshot of a computer&#10;&#10;AI-generated content may be incorrect.">
            <a:extLst>
              <a:ext uri="{FF2B5EF4-FFF2-40B4-BE49-F238E27FC236}">
                <a16:creationId xmlns:a16="http://schemas.microsoft.com/office/drawing/2014/main" id="{B055F925-6BAB-8624-C510-BFBB6B18800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98092" y="2049137"/>
            <a:ext cx="11195816" cy="2283683"/>
          </a:xfrm>
          <a:prstGeom prst="rect">
            <a:avLst/>
          </a:prstGeom>
        </p:spPr>
      </p:pic>
      <p:sp>
        <p:nvSpPr>
          <p:cNvPr id="14" name="TextBox 13">
            <a:extLst>
              <a:ext uri="{FF2B5EF4-FFF2-40B4-BE49-F238E27FC236}">
                <a16:creationId xmlns:a16="http://schemas.microsoft.com/office/drawing/2014/main" id="{CE78F360-CCCF-5957-B500-212BE6BD96BC}"/>
              </a:ext>
            </a:extLst>
          </p:cNvPr>
          <p:cNvSpPr txBox="1"/>
          <p:nvPr/>
        </p:nvSpPr>
        <p:spPr>
          <a:xfrm>
            <a:off x="385275" y="4506422"/>
            <a:ext cx="4299519" cy="584775"/>
          </a:xfrm>
          <a:prstGeom prst="rect">
            <a:avLst/>
          </a:prstGeom>
          <a:noFill/>
        </p:spPr>
        <p:txBody>
          <a:bodyPr wrap="square" rtlCol="0">
            <a:spAutoFit/>
          </a:bodyPr>
          <a:lstStyle/>
          <a:p>
            <a:r>
              <a:rPr lang="en-US" sz="3200" b="1" dirty="0"/>
              <a:t>Real World Testing</a:t>
            </a:r>
            <a:endParaRPr lang="LID4096" sz="3200" b="1" dirty="0"/>
          </a:p>
        </p:txBody>
      </p:sp>
      <p:sp>
        <p:nvSpPr>
          <p:cNvPr id="15" name="Content Placeholder 14">
            <a:extLst>
              <a:ext uri="{FF2B5EF4-FFF2-40B4-BE49-F238E27FC236}">
                <a16:creationId xmlns:a16="http://schemas.microsoft.com/office/drawing/2014/main" id="{19390656-0706-E283-133D-79E1C01ABC95}"/>
              </a:ext>
            </a:extLst>
          </p:cNvPr>
          <p:cNvSpPr txBox="1">
            <a:spLocks/>
          </p:cNvSpPr>
          <p:nvPr/>
        </p:nvSpPr>
        <p:spPr>
          <a:xfrm>
            <a:off x="385275" y="5126366"/>
            <a:ext cx="5181600" cy="7465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Tested with a logic analyzer and the onboard RP2040 microcontroller</a:t>
            </a:r>
          </a:p>
          <a:p>
            <a:pPr lvl="1">
              <a:buClr>
                <a:srgbClr val="C00000"/>
              </a:buClr>
              <a:buFont typeface="Wingdings" panose="05000000000000000000" pitchFamily="2" charset="2"/>
              <a:buChar char="§"/>
            </a:pPr>
            <a:r>
              <a:rPr lang="en-US" sz="2000" dirty="0"/>
              <a:t>Replayed captured signals</a:t>
            </a:r>
          </a:p>
        </p:txBody>
      </p:sp>
      <p:pic>
        <p:nvPicPr>
          <p:cNvPr id="4" name="Content Placeholder 4" descr="A circuit board with wires&#10;&#10;AI-generated content may be incorrect.">
            <a:extLst>
              <a:ext uri="{FF2B5EF4-FFF2-40B4-BE49-F238E27FC236}">
                <a16:creationId xmlns:a16="http://schemas.microsoft.com/office/drawing/2014/main" id="{8F6ABA26-892F-F664-434A-10638EDAA0DE}"/>
              </a:ext>
            </a:extLst>
          </p:cNvPr>
          <p:cNvPicPr>
            <a:picLocks noChangeAspect="1"/>
          </p:cNvPicPr>
          <p:nvPr/>
        </p:nvPicPr>
        <p:blipFill>
          <a:blip r:embed="rId8">
            <a:extLst>
              <a:ext uri="{28A0092B-C50C-407E-A947-70E740481C1C}">
                <a14:useLocalDpi xmlns:a14="http://schemas.microsoft.com/office/drawing/2010/main" val="0"/>
              </a:ext>
            </a:extLst>
          </a:blip>
          <a:srcRect t="20869" r="9473" b="6721"/>
          <a:stretch>
            <a:fillRect/>
          </a:stretch>
        </p:blipFill>
        <p:spPr>
          <a:xfrm>
            <a:off x="5679692" y="2931009"/>
            <a:ext cx="2954338" cy="3150825"/>
          </a:xfrm>
          <a:prstGeom prst="rect">
            <a:avLst/>
          </a:prstGeom>
        </p:spPr>
      </p:pic>
    </p:spTree>
    <p:extLst>
      <p:ext uri="{BB962C8B-B14F-4D97-AF65-F5344CB8AC3E}">
        <p14:creationId xmlns:p14="http://schemas.microsoft.com/office/powerpoint/2010/main" val="365723322"/>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AI-generated content may be incorrect.">
            <a:extLst>
              <a:ext uri="{FF2B5EF4-FFF2-40B4-BE49-F238E27FC236}">
                <a16:creationId xmlns:a16="http://schemas.microsoft.com/office/drawing/2014/main" id="{E69756D7-6840-01F0-C748-2124684D80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95E8DC54-ADA8-7D1F-B6B7-4F809BA463B9}"/>
              </a:ext>
            </a:extLst>
          </p:cNvPr>
          <p:cNvSpPr/>
          <p:nvPr/>
        </p:nvSpPr>
        <p:spPr>
          <a:xfrm>
            <a:off x="1365337" y="5812077"/>
            <a:ext cx="8567803" cy="889348"/>
          </a:xfrm>
          <a:prstGeom prst="rect">
            <a:avLst/>
          </a:prstGeom>
          <a:solidFill>
            <a:srgbClr val="156082">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RP2040 Python REPL</a:t>
            </a:r>
          </a:p>
        </p:txBody>
      </p:sp>
      <p:sp>
        <p:nvSpPr>
          <p:cNvPr id="5" name="Rectangle 4">
            <a:extLst>
              <a:ext uri="{FF2B5EF4-FFF2-40B4-BE49-F238E27FC236}">
                <a16:creationId xmlns:a16="http://schemas.microsoft.com/office/drawing/2014/main" id="{D7B61065-3C85-F578-434C-DBD9D196E325}"/>
              </a:ext>
            </a:extLst>
          </p:cNvPr>
          <p:cNvSpPr/>
          <p:nvPr/>
        </p:nvSpPr>
        <p:spPr>
          <a:xfrm>
            <a:off x="1152395" y="1089764"/>
            <a:ext cx="4943605" cy="4371584"/>
          </a:xfrm>
          <a:prstGeom prst="rect">
            <a:avLst/>
          </a:prstGeom>
          <a:solidFill>
            <a:srgbClr val="196B24">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Waveform Generator</a:t>
            </a:r>
          </a:p>
        </p:txBody>
      </p:sp>
      <p:sp>
        <p:nvSpPr>
          <p:cNvPr id="6" name="Rectangle 5">
            <a:extLst>
              <a:ext uri="{FF2B5EF4-FFF2-40B4-BE49-F238E27FC236}">
                <a16:creationId xmlns:a16="http://schemas.microsoft.com/office/drawing/2014/main" id="{3103F4FE-B522-14C0-957E-868D29100E73}"/>
              </a:ext>
            </a:extLst>
          </p:cNvPr>
          <p:cNvSpPr/>
          <p:nvPr/>
        </p:nvSpPr>
        <p:spPr>
          <a:xfrm>
            <a:off x="6300592" y="1089764"/>
            <a:ext cx="5473874" cy="4371584"/>
          </a:xfrm>
          <a:prstGeom prst="rect">
            <a:avLst/>
          </a:prstGeom>
          <a:solidFill>
            <a:srgbClr val="FFC000">
              <a:alpha val="50196"/>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Output Signals</a:t>
            </a:r>
          </a:p>
        </p:txBody>
      </p:sp>
    </p:spTree>
    <p:extLst>
      <p:ext uri="{BB962C8B-B14F-4D97-AF65-F5344CB8AC3E}">
        <p14:creationId xmlns:p14="http://schemas.microsoft.com/office/powerpoint/2010/main" val="2892409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tart">
            <a:hlinkClick r:id="" action="ppaction://media"/>
            <a:extLst>
              <a:ext uri="{FF2B5EF4-FFF2-40B4-BE49-F238E27FC236}">
                <a16:creationId xmlns:a16="http://schemas.microsoft.com/office/drawing/2014/main" id="{3CCFD6E9-4DBC-1368-7A22-D04C827A2C5D}"/>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2334817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61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Readout">
            <a:hlinkClick r:id="" action="ppaction://media"/>
            <a:extLst>
              <a:ext uri="{FF2B5EF4-FFF2-40B4-BE49-F238E27FC236}">
                <a16:creationId xmlns:a16="http://schemas.microsoft.com/office/drawing/2014/main" id="{2BBBE6A8-8D07-5CCD-AD34-A4EE9A305F8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2544047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20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B55AA-96A9-D725-007C-930F1004A0B1}"/>
            </a:ext>
          </a:extLst>
        </p:cNvPr>
        <p:cNvGrpSpPr/>
        <p:nvPr/>
      </p:nvGrpSpPr>
      <p:grpSpPr>
        <a:xfrm>
          <a:off x="0" y="0"/>
          <a:ext cx="0" cy="0"/>
          <a:chOff x="0" y="0"/>
          <a:chExt cx="0" cy="0"/>
        </a:xfrm>
      </p:grpSpPr>
      <p:pic>
        <p:nvPicPr>
          <p:cNvPr id="2" name="Picture 1" descr="A red and black logo&#10;&#10;AI-generated content may be incorrect.">
            <a:extLst>
              <a:ext uri="{FF2B5EF4-FFF2-40B4-BE49-F238E27FC236}">
                <a16:creationId xmlns:a16="http://schemas.microsoft.com/office/drawing/2014/main" id="{B94192D0-AA1F-20EA-D3B4-1D9502711E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9373" y="0"/>
            <a:ext cx="2330042" cy="635647"/>
          </a:xfrm>
          <a:prstGeom prst="rect">
            <a:avLst/>
          </a:prstGeom>
        </p:spPr>
      </p:pic>
      <p:pic>
        <p:nvPicPr>
          <p:cNvPr id="3" name="Graphic 2">
            <a:extLst>
              <a:ext uri="{FF2B5EF4-FFF2-40B4-BE49-F238E27FC236}">
                <a16:creationId xmlns:a16="http://schemas.microsoft.com/office/drawing/2014/main" id="{C65BA49B-212D-DCFD-CB7D-E6D552FDC2C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817856" y="45890"/>
            <a:ext cx="1054771" cy="543866"/>
          </a:xfrm>
          <a:prstGeom prst="rect">
            <a:avLst/>
          </a:prstGeom>
        </p:spPr>
      </p:pic>
      <p:cxnSp>
        <p:nvCxnSpPr>
          <p:cNvPr id="5" name="Straight Connector 4">
            <a:extLst>
              <a:ext uri="{FF2B5EF4-FFF2-40B4-BE49-F238E27FC236}">
                <a16:creationId xmlns:a16="http://schemas.microsoft.com/office/drawing/2014/main" id="{C50B7A6D-ACD8-4612-2364-E725B529DD29}"/>
              </a:ext>
            </a:extLst>
          </p:cNvPr>
          <p:cNvCxnSpPr/>
          <p:nvPr/>
        </p:nvCxnSpPr>
        <p:spPr>
          <a:xfrm flipV="1">
            <a:off x="0" y="624925"/>
            <a:ext cx="12555415" cy="45891"/>
          </a:xfrm>
          <a:prstGeom prst="line">
            <a:avLst/>
          </a:prstGeom>
          <a:ln>
            <a:solidFill>
              <a:srgbClr val="C81919"/>
            </a:solidFill>
          </a:ln>
        </p:spPr>
        <p:style>
          <a:lnRef idx="2">
            <a:schemeClr val="accent1"/>
          </a:lnRef>
          <a:fillRef idx="0">
            <a:schemeClr val="accent1"/>
          </a:fillRef>
          <a:effectRef idx="1">
            <a:schemeClr val="accent1"/>
          </a:effectRef>
          <a:fontRef idx="minor">
            <a:schemeClr val="tx1"/>
          </a:fontRef>
        </p:style>
      </p:cxnSp>
      <p:sp>
        <p:nvSpPr>
          <p:cNvPr id="6" name="Date Placeholder 5">
            <a:extLst>
              <a:ext uri="{FF2B5EF4-FFF2-40B4-BE49-F238E27FC236}">
                <a16:creationId xmlns:a16="http://schemas.microsoft.com/office/drawing/2014/main" id="{A35F0658-5F89-7DC3-D98C-87B0B3082169}"/>
              </a:ext>
            </a:extLst>
          </p:cNvPr>
          <p:cNvSpPr>
            <a:spLocks noGrp="1"/>
          </p:cNvSpPr>
          <p:nvPr>
            <p:ph type="dt" sz="half" idx="10"/>
          </p:nvPr>
        </p:nvSpPr>
        <p:spPr/>
        <p:txBody>
          <a:bodyPr/>
          <a:lstStyle/>
          <a:p>
            <a:r>
              <a:rPr lang="en-US"/>
              <a:t>July 02, 2025</a:t>
            </a:r>
          </a:p>
        </p:txBody>
      </p:sp>
      <p:sp>
        <p:nvSpPr>
          <p:cNvPr id="7" name="Footer Placeholder 6">
            <a:extLst>
              <a:ext uri="{FF2B5EF4-FFF2-40B4-BE49-F238E27FC236}">
                <a16:creationId xmlns:a16="http://schemas.microsoft.com/office/drawing/2014/main" id="{422A1BFD-ACF0-6301-355C-AEFF7E5CB3D1}"/>
              </a:ext>
            </a:extLst>
          </p:cNvPr>
          <p:cNvSpPr>
            <a:spLocks noGrp="1"/>
          </p:cNvSpPr>
          <p:nvPr>
            <p:ph type="ftr" sz="quarter" idx="11"/>
          </p:nvPr>
        </p:nvSpPr>
        <p:spPr/>
        <p:txBody>
          <a:bodyPr/>
          <a:lstStyle/>
          <a:p>
            <a:r>
              <a:rPr lang="en-US"/>
              <a:t>Zachary Kohnen</a:t>
            </a:r>
          </a:p>
        </p:txBody>
      </p:sp>
      <p:sp>
        <p:nvSpPr>
          <p:cNvPr id="8" name="Slide Number Placeholder 7">
            <a:extLst>
              <a:ext uri="{FF2B5EF4-FFF2-40B4-BE49-F238E27FC236}">
                <a16:creationId xmlns:a16="http://schemas.microsoft.com/office/drawing/2014/main" id="{914AC17C-A694-D565-0FB7-B948E78DB35F}"/>
              </a:ext>
            </a:extLst>
          </p:cNvPr>
          <p:cNvSpPr>
            <a:spLocks noGrp="1"/>
          </p:cNvSpPr>
          <p:nvPr>
            <p:ph type="sldNum" sz="quarter" idx="12"/>
          </p:nvPr>
        </p:nvSpPr>
        <p:spPr/>
        <p:txBody>
          <a:bodyPr/>
          <a:lstStyle/>
          <a:p>
            <a:r>
              <a:rPr lang="en-US" dirty="0"/>
              <a:t>8</a:t>
            </a:r>
          </a:p>
        </p:txBody>
      </p:sp>
      <p:sp>
        <p:nvSpPr>
          <p:cNvPr id="10" name="TextBox 9">
            <a:extLst>
              <a:ext uri="{FF2B5EF4-FFF2-40B4-BE49-F238E27FC236}">
                <a16:creationId xmlns:a16="http://schemas.microsoft.com/office/drawing/2014/main" id="{B43C64CE-ADDD-33CC-CBC2-BDCDA89B9ABD}"/>
              </a:ext>
            </a:extLst>
          </p:cNvPr>
          <p:cNvSpPr txBox="1"/>
          <p:nvPr/>
        </p:nvSpPr>
        <p:spPr>
          <a:xfrm>
            <a:off x="385274" y="705578"/>
            <a:ext cx="4299519" cy="584775"/>
          </a:xfrm>
          <a:prstGeom prst="rect">
            <a:avLst/>
          </a:prstGeom>
          <a:noFill/>
        </p:spPr>
        <p:txBody>
          <a:bodyPr wrap="square" rtlCol="0">
            <a:spAutoFit/>
          </a:bodyPr>
          <a:lstStyle/>
          <a:p>
            <a:r>
              <a:rPr lang="en-US" sz="3200" b="1" dirty="0"/>
              <a:t>Current Work</a:t>
            </a:r>
            <a:endParaRPr lang="LID4096" sz="3200" b="1" dirty="0"/>
          </a:p>
        </p:txBody>
      </p:sp>
      <p:sp>
        <p:nvSpPr>
          <p:cNvPr id="4" name="Content Placeholder 2">
            <a:extLst>
              <a:ext uri="{FF2B5EF4-FFF2-40B4-BE49-F238E27FC236}">
                <a16:creationId xmlns:a16="http://schemas.microsoft.com/office/drawing/2014/main" id="{B95EE982-870F-C682-7644-7B249B47DAF7}"/>
              </a:ext>
            </a:extLst>
          </p:cNvPr>
          <p:cNvSpPr txBox="1">
            <a:spLocks/>
          </p:cNvSpPr>
          <p:nvPr/>
        </p:nvSpPr>
        <p:spPr>
          <a:xfrm>
            <a:off x="385274" y="4130286"/>
            <a:ext cx="10515600" cy="1528253"/>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Testing designs in simulation is important</a:t>
            </a:r>
          </a:p>
          <a:p>
            <a:pPr>
              <a:buClr>
                <a:srgbClr val="C00000"/>
              </a:buClr>
              <a:buFont typeface="Wingdings" panose="05000000000000000000" pitchFamily="2" charset="2"/>
              <a:buChar char="§"/>
            </a:pPr>
            <a:r>
              <a:rPr lang="en-US" sz="2400" dirty="0"/>
              <a:t>ASICs are accessible, even to those with no prior experience.</a:t>
            </a:r>
          </a:p>
          <a:p>
            <a:pPr>
              <a:buClr>
                <a:srgbClr val="C00000"/>
              </a:buClr>
              <a:buFont typeface="Wingdings" panose="05000000000000000000" pitchFamily="2" charset="2"/>
              <a:buChar char="§"/>
            </a:pPr>
            <a:r>
              <a:rPr lang="en-US" sz="2400" dirty="0">
                <a:hlinkClick r:id="rId7"/>
              </a:rPr>
              <a:t>https://github.com/DusterTheFirst/tt07-bep-decode</a:t>
            </a:r>
            <a:endParaRPr lang="en-US" sz="2400" dirty="0"/>
          </a:p>
          <a:p>
            <a:pPr>
              <a:buClr>
                <a:srgbClr val="C00000"/>
              </a:buClr>
              <a:buFont typeface="Wingdings" panose="05000000000000000000" pitchFamily="2" charset="2"/>
              <a:buChar char="§"/>
            </a:pPr>
            <a:endParaRPr lang="en-US" sz="2400" dirty="0"/>
          </a:p>
        </p:txBody>
      </p:sp>
      <p:sp>
        <p:nvSpPr>
          <p:cNvPr id="11" name="Content Placeholder 2">
            <a:extLst>
              <a:ext uri="{FF2B5EF4-FFF2-40B4-BE49-F238E27FC236}">
                <a16:creationId xmlns:a16="http://schemas.microsoft.com/office/drawing/2014/main" id="{564553D2-0F5E-985D-6A32-7C2D2EC236AB}"/>
              </a:ext>
            </a:extLst>
          </p:cNvPr>
          <p:cNvSpPr txBox="1">
            <a:spLocks/>
          </p:cNvSpPr>
          <p:nvPr/>
        </p:nvSpPr>
        <p:spPr>
          <a:xfrm>
            <a:off x="385274" y="1320540"/>
            <a:ext cx="7634479" cy="2045872"/>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C00000"/>
              </a:buClr>
              <a:buFont typeface="Wingdings" panose="05000000000000000000" pitchFamily="2" charset="2"/>
              <a:buChar char="§"/>
            </a:pPr>
            <a:r>
              <a:rPr lang="en-US" sz="2400" dirty="0"/>
              <a:t>Real-time testing with the RXB6</a:t>
            </a:r>
          </a:p>
          <a:p>
            <a:pPr>
              <a:buClr>
                <a:srgbClr val="C00000"/>
              </a:buClr>
              <a:buFont typeface="Wingdings" panose="05000000000000000000" pitchFamily="2" charset="2"/>
              <a:buChar char="§"/>
            </a:pPr>
            <a:r>
              <a:rPr lang="en-US" sz="2400" dirty="0"/>
              <a:t>Live display of the thermostat’s data</a:t>
            </a:r>
          </a:p>
          <a:p>
            <a:pPr marL="0" indent="0">
              <a:buClr>
                <a:srgbClr val="C00000"/>
              </a:buClr>
              <a:buNone/>
            </a:pPr>
            <a:endParaRPr lang="en-US" sz="2400" dirty="0"/>
          </a:p>
        </p:txBody>
      </p:sp>
      <p:pic>
        <p:nvPicPr>
          <p:cNvPr id="12" name="Content Placeholder 5" descr="A device with wires and a screen&#10;&#10;AI-generated content may be incorrect.">
            <a:extLst>
              <a:ext uri="{FF2B5EF4-FFF2-40B4-BE49-F238E27FC236}">
                <a16:creationId xmlns:a16="http://schemas.microsoft.com/office/drawing/2014/main" id="{956FB60A-BFD0-4741-2556-128C3926CE14}"/>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16200000">
            <a:off x="8282361" y="303808"/>
            <a:ext cx="2809745" cy="3746328"/>
          </a:xfrm>
          <a:prstGeom prst="rect">
            <a:avLst/>
          </a:prstGeom>
        </p:spPr>
      </p:pic>
      <p:sp>
        <p:nvSpPr>
          <p:cNvPr id="13" name="TextBox 12">
            <a:extLst>
              <a:ext uri="{FF2B5EF4-FFF2-40B4-BE49-F238E27FC236}">
                <a16:creationId xmlns:a16="http://schemas.microsoft.com/office/drawing/2014/main" id="{23D413A3-29FB-3521-3043-381E3B5299E6}"/>
              </a:ext>
            </a:extLst>
          </p:cNvPr>
          <p:cNvSpPr txBox="1"/>
          <p:nvPr/>
        </p:nvSpPr>
        <p:spPr>
          <a:xfrm>
            <a:off x="385274" y="3504891"/>
            <a:ext cx="4299519" cy="584775"/>
          </a:xfrm>
          <a:prstGeom prst="rect">
            <a:avLst/>
          </a:prstGeom>
          <a:noFill/>
        </p:spPr>
        <p:txBody>
          <a:bodyPr wrap="square" rtlCol="0">
            <a:spAutoFit/>
          </a:bodyPr>
          <a:lstStyle/>
          <a:p>
            <a:r>
              <a:rPr lang="en-US" sz="3200" b="1" dirty="0"/>
              <a:t>Takeway</a:t>
            </a:r>
            <a:endParaRPr lang="LID4096" sz="3200" b="1" dirty="0"/>
          </a:p>
        </p:txBody>
      </p:sp>
    </p:spTree>
    <p:extLst>
      <p:ext uri="{BB962C8B-B14F-4D97-AF65-F5344CB8AC3E}">
        <p14:creationId xmlns:p14="http://schemas.microsoft.com/office/powerpoint/2010/main" val="888191461"/>
      </p:ext>
    </p:extLst>
  </p:cSld>
  <p:clrMapOvr>
    <a:masterClrMapping/>
  </p:clrMapOvr>
  <p:extLst>
    <p:ext uri="{6950BFC3-D8DA-4A85-94F7-54DA5524770B}">
      <p188:commentRel xmlns:p188="http://schemas.microsoft.com/office/powerpoint/2018/8/main" r:id="rId3"/>
    </p:ext>
  </p:extLs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D880-DBF0-B37A-2C11-A65972D0DAC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F42F480-37F9-2068-9E80-23547EAE56CE}"/>
              </a:ext>
            </a:extLst>
          </p:cNvPr>
          <p:cNvSpPr txBox="1">
            <a:spLocks/>
          </p:cNvSpPr>
          <p:nvPr/>
        </p:nvSpPr>
        <p:spPr>
          <a:xfrm>
            <a:off x="2804984" y="1888956"/>
            <a:ext cx="9144000" cy="811383"/>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800" b="1">
                <a:solidFill>
                  <a:srgbClr val="C00000"/>
                </a:solidFill>
                <a:latin typeface="Aptos Display" panose="020B0004020202020204" pitchFamily="34" charset="0"/>
              </a:rPr>
              <a:t>Decoding Manchester Coded Transmissions in Hardware</a:t>
            </a:r>
            <a:endParaRPr lang="LID4096" sz="2800" b="1" dirty="0">
              <a:solidFill>
                <a:srgbClr val="C00000"/>
              </a:solidFill>
              <a:latin typeface="Aptos Display" panose="020B0004020202020204" pitchFamily="34" charset="0"/>
            </a:endParaRPr>
          </a:p>
        </p:txBody>
      </p:sp>
      <p:sp>
        <p:nvSpPr>
          <p:cNvPr id="14" name="Subtitle 2">
            <a:extLst>
              <a:ext uri="{FF2B5EF4-FFF2-40B4-BE49-F238E27FC236}">
                <a16:creationId xmlns:a16="http://schemas.microsoft.com/office/drawing/2014/main" id="{B095FADA-3588-CCD6-F56A-173DE59EBF17}"/>
              </a:ext>
            </a:extLst>
          </p:cNvPr>
          <p:cNvSpPr txBox="1">
            <a:spLocks/>
          </p:cNvSpPr>
          <p:nvPr/>
        </p:nvSpPr>
        <p:spPr>
          <a:xfrm>
            <a:off x="3923270" y="3317855"/>
            <a:ext cx="3458032" cy="8113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a:t>Zachary Kohnen</a:t>
            </a:r>
          </a:p>
          <a:p>
            <a:r>
              <a:rPr lang="en-US" sz="1800">
                <a:hlinkClick r:id="rId3"/>
              </a:rPr>
              <a:t>z.j.kohnen@student.tue.nl</a:t>
            </a:r>
            <a:endParaRPr lang="en-US" sz="1800" dirty="0"/>
          </a:p>
        </p:txBody>
      </p:sp>
      <p:sp>
        <p:nvSpPr>
          <p:cNvPr id="16" name="Flowchart: Manual Operation 3">
            <a:extLst>
              <a:ext uri="{FF2B5EF4-FFF2-40B4-BE49-F238E27FC236}">
                <a16:creationId xmlns:a16="http://schemas.microsoft.com/office/drawing/2014/main" id="{8D925BA7-F0F4-8316-1C5A-AF38F32E37F8}"/>
              </a:ext>
            </a:extLst>
          </p:cNvPr>
          <p:cNvSpPr/>
          <p:nvPr/>
        </p:nvSpPr>
        <p:spPr>
          <a:xfrm>
            <a:off x="-79471" y="956319"/>
            <a:ext cx="3205730" cy="5980291"/>
          </a:xfrm>
          <a:custGeom>
            <a:avLst/>
            <a:gdLst>
              <a:gd name="connsiteX0" fmla="*/ 0 w 10000"/>
              <a:gd name="connsiteY0" fmla="*/ 0 h 10000"/>
              <a:gd name="connsiteX1" fmla="*/ 10000 w 10000"/>
              <a:gd name="connsiteY1" fmla="*/ 0 h 10000"/>
              <a:gd name="connsiteX2" fmla="*/ 8000 w 10000"/>
              <a:gd name="connsiteY2" fmla="*/ 10000 h 10000"/>
              <a:gd name="connsiteX3" fmla="*/ 2000 w 10000"/>
              <a:gd name="connsiteY3" fmla="*/ 10000 h 10000"/>
              <a:gd name="connsiteX4" fmla="*/ 0 w 10000"/>
              <a:gd name="connsiteY4" fmla="*/ 0 h 10000"/>
              <a:gd name="connsiteX0" fmla="*/ 0 w 10000"/>
              <a:gd name="connsiteY0" fmla="*/ 0 h 10000"/>
              <a:gd name="connsiteX1" fmla="*/ 10000 w 10000"/>
              <a:gd name="connsiteY1" fmla="*/ 0 h 10000"/>
              <a:gd name="connsiteX2" fmla="*/ 7818 w 10000"/>
              <a:gd name="connsiteY2" fmla="*/ 9920 h 10000"/>
              <a:gd name="connsiteX3" fmla="*/ 2000 w 10000"/>
              <a:gd name="connsiteY3" fmla="*/ 10000 h 10000"/>
              <a:gd name="connsiteX4" fmla="*/ 0 w 10000"/>
              <a:gd name="connsiteY4" fmla="*/ 0 h 10000"/>
              <a:gd name="connsiteX0" fmla="*/ 4899 w 8000"/>
              <a:gd name="connsiteY0" fmla="*/ 0 h 10000"/>
              <a:gd name="connsiteX1" fmla="*/ 8000 w 8000"/>
              <a:gd name="connsiteY1" fmla="*/ 0 h 10000"/>
              <a:gd name="connsiteX2" fmla="*/ 5818 w 8000"/>
              <a:gd name="connsiteY2" fmla="*/ 9920 h 10000"/>
              <a:gd name="connsiteX3" fmla="*/ 0 w 8000"/>
              <a:gd name="connsiteY3" fmla="*/ 10000 h 10000"/>
              <a:gd name="connsiteX4" fmla="*/ 4899 w 8000"/>
              <a:gd name="connsiteY4" fmla="*/ 0 h 10000"/>
              <a:gd name="connsiteX0" fmla="*/ 56 w 3932"/>
              <a:gd name="connsiteY0" fmla="*/ 0 h 9920"/>
              <a:gd name="connsiteX1" fmla="*/ 3932 w 3932"/>
              <a:gd name="connsiteY1" fmla="*/ 0 h 9920"/>
              <a:gd name="connsiteX2" fmla="*/ 1205 w 3932"/>
              <a:gd name="connsiteY2" fmla="*/ 9920 h 9920"/>
              <a:gd name="connsiteX3" fmla="*/ 0 w 3932"/>
              <a:gd name="connsiteY3" fmla="*/ 9562 h 9920"/>
              <a:gd name="connsiteX4" fmla="*/ 56 w 3932"/>
              <a:gd name="connsiteY4" fmla="*/ 0 h 9920"/>
              <a:gd name="connsiteX0" fmla="*/ 142 w 10000"/>
              <a:gd name="connsiteY0" fmla="*/ 0 h 9789"/>
              <a:gd name="connsiteX1" fmla="*/ 10000 w 10000"/>
              <a:gd name="connsiteY1" fmla="*/ 0 h 9789"/>
              <a:gd name="connsiteX2" fmla="*/ 3248 w 10000"/>
              <a:gd name="connsiteY2" fmla="*/ 9789 h 9789"/>
              <a:gd name="connsiteX3" fmla="*/ 0 w 10000"/>
              <a:gd name="connsiteY3" fmla="*/ 9639 h 9789"/>
              <a:gd name="connsiteX4" fmla="*/ 142 w 10000"/>
              <a:gd name="connsiteY4" fmla="*/ 0 h 9789"/>
              <a:gd name="connsiteX0" fmla="*/ 142 w 10000"/>
              <a:gd name="connsiteY0" fmla="*/ 0 h 10004"/>
              <a:gd name="connsiteX1" fmla="*/ 10000 w 10000"/>
              <a:gd name="connsiteY1" fmla="*/ 0 h 10004"/>
              <a:gd name="connsiteX2" fmla="*/ 3248 w 10000"/>
              <a:gd name="connsiteY2" fmla="*/ 10000 h 10004"/>
              <a:gd name="connsiteX3" fmla="*/ 0 w 10000"/>
              <a:gd name="connsiteY3" fmla="*/ 10004 h 10004"/>
              <a:gd name="connsiteX4" fmla="*/ 142 w 10000"/>
              <a:gd name="connsiteY4" fmla="*/ 0 h 100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4">
                <a:moveTo>
                  <a:pt x="142" y="0"/>
                </a:moveTo>
                <a:lnTo>
                  <a:pt x="10000" y="0"/>
                </a:lnTo>
                <a:lnTo>
                  <a:pt x="3248" y="10000"/>
                </a:lnTo>
                <a:lnTo>
                  <a:pt x="0" y="10004"/>
                </a:lnTo>
                <a:cubicBezTo>
                  <a:pt x="48" y="6722"/>
                  <a:pt x="94" y="3282"/>
                  <a:pt x="142" y="0"/>
                </a:cubicBezTo>
                <a:close/>
              </a:path>
            </a:pathLst>
          </a:custGeom>
          <a:solidFill>
            <a:srgbClr val="C819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dirty="0"/>
          </a:p>
        </p:txBody>
      </p:sp>
      <p:cxnSp>
        <p:nvCxnSpPr>
          <p:cNvPr id="17" name="Straight Connector 16">
            <a:extLst>
              <a:ext uri="{FF2B5EF4-FFF2-40B4-BE49-F238E27FC236}">
                <a16:creationId xmlns:a16="http://schemas.microsoft.com/office/drawing/2014/main" id="{5952B91F-E5B3-0C3F-47C6-9043754942EF}"/>
              </a:ext>
            </a:extLst>
          </p:cNvPr>
          <p:cNvCxnSpPr/>
          <p:nvPr/>
        </p:nvCxnSpPr>
        <p:spPr>
          <a:xfrm>
            <a:off x="2804984" y="968676"/>
            <a:ext cx="9387016" cy="0"/>
          </a:xfrm>
          <a:prstGeom prst="line">
            <a:avLst/>
          </a:prstGeom>
          <a:ln>
            <a:solidFill>
              <a:srgbClr val="C81919"/>
            </a:solidFill>
          </a:ln>
        </p:spPr>
        <p:style>
          <a:lnRef idx="3">
            <a:schemeClr val="accent2"/>
          </a:lnRef>
          <a:fillRef idx="0">
            <a:schemeClr val="accent2"/>
          </a:fillRef>
          <a:effectRef idx="2">
            <a:schemeClr val="accent2"/>
          </a:effectRef>
          <a:fontRef idx="minor">
            <a:schemeClr val="tx1"/>
          </a:fontRef>
        </p:style>
      </p:cxnSp>
      <p:pic>
        <p:nvPicPr>
          <p:cNvPr id="18" name="Graphic 17">
            <a:extLst>
              <a:ext uri="{FF2B5EF4-FFF2-40B4-BE49-F238E27FC236}">
                <a16:creationId xmlns:a16="http://schemas.microsoft.com/office/drawing/2014/main" id="{60B1E880-CAD2-AEED-1715-06C081389D5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639650" y="185566"/>
            <a:ext cx="1361232" cy="701885"/>
          </a:xfrm>
          <a:prstGeom prst="rect">
            <a:avLst/>
          </a:prstGeom>
        </p:spPr>
      </p:pic>
      <p:pic>
        <p:nvPicPr>
          <p:cNvPr id="19" name="Picture 18" descr="A red and black logo&#10;&#10;AI-generated content may be incorrect.">
            <a:extLst>
              <a:ext uri="{FF2B5EF4-FFF2-40B4-BE49-F238E27FC236}">
                <a16:creationId xmlns:a16="http://schemas.microsoft.com/office/drawing/2014/main" id="{4F65FB37-21CB-DB26-DAD8-C6856303C26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13004" y="36040"/>
            <a:ext cx="3373396" cy="920279"/>
          </a:xfrm>
          <a:prstGeom prst="rect">
            <a:avLst/>
          </a:prstGeom>
        </p:spPr>
      </p:pic>
      <p:cxnSp>
        <p:nvCxnSpPr>
          <p:cNvPr id="20" name="Straight Connector 19">
            <a:extLst>
              <a:ext uri="{FF2B5EF4-FFF2-40B4-BE49-F238E27FC236}">
                <a16:creationId xmlns:a16="http://schemas.microsoft.com/office/drawing/2014/main" id="{F4BD9779-D27B-716E-F794-BDD5E953BC36}"/>
              </a:ext>
            </a:extLst>
          </p:cNvPr>
          <p:cNvCxnSpPr>
            <a:cxnSpLocks/>
          </p:cNvCxnSpPr>
          <p:nvPr/>
        </p:nvCxnSpPr>
        <p:spPr>
          <a:xfrm>
            <a:off x="1025611" y="6520979"/>
            <a:ext cx="11269362" cy="0"/>
          </a:xfrm>
          <a:prstGeom prst="line">
            <a:avLst/>
          </a:prstGeom>
          <a:ln>
            <a:solidFill>
              <a:srgbClr val="C81919"/>
            </a:solidFill>
          </a:ln>
        </p:spPr>
        <p:style>
          <a:lnRef idx="3">
            <a:schemeClr val="accent2"/>
          </a:lnRef>
          <a:fillRef idx="0">
            <a:schemeClr val="accent2"/>
          </a:fillRef>
          <a:effectRef idx="2">
            <a:schemeClr val="accent2"/>
          </a:effectRef>
          <a:fontRef idx="minor">
            <a:schemeClr val="tx1"/>
          </a:fontRef>
        </p:style>
      </p:cxnSp>
      <p:sp>
        <p:nvSpPr>
          <p:cNvPr id="21" name="TextBox 20">
            <a:extLst>
              <a:ext uri="{FF2B5EF4-FFF2-40B4-BE49-F238E27FC236}">
                <a16:creationId xmlns:a16="http://schemas.microsoft.com/office/drawing/2014/main" id="{A004E929-9E8C-A83A-6675-AB63A271E0F7}"/>
              </a:ext>
            </a:extLst>
          </p:cNvPr>
          <p:cNvSpPr txBox="1"/>
          <p:nvPr/>
        </p:nvSpPr>
        <p:spPr>
          <a:xfrm>
            <a:off x="1316736" y="6547104"/>
            <a:ext cx="2852928" cy="307777"/>
          </a:xfrm>
          <a:prstGeom prst="rect">
            <a:avLst/>
          </a:prstGeom>
          <a:noFill/>
        </p:spPr>
        <p:txBody>
          <a:bodyPr wrap="square" rtlCol="0">
            <a:spAutoFit/>
          </a:bodyPr>
          <a:lstStyle/>
          <a:p>
            <a:r>
              <a:rPr lang="en-US" sz="1400" b="1" dirty="0"/>
              <a:t>Where innovation starts</a:t>
            </a:r>
            <a:endParaRPr lang="LID4096" sz="1400" b="1" dirty="0"/>
          </a:p>
        </p:txBody>
      </p:sp>
      <p:sp>
        <p:nvSpPr>
          <p:cNvPr id="22" name="Subtitle 2">
            <a:extLst>
              <a:ext uri="{FF2B5EF4-FFF2-40B4-BE49-F238E27FC236}">
                <a16:creationId xmlns:a16="http://schemas.microsoft.com/office/drawing/2014/main" id="{C25E6943-3C5F-5A78-81C7-0DF7B21827E7}"/>
              </a:ext>
            </a:extLst>
          </p:cNvPr>
          <p:cNvSpPr txBox="1">
            <a:spLocks/>
          </p:cNvSpPr>
          <p:nvPr/>
        </p:nvSpPr>
        <p:spPr>
          <a:xfrm>
            <a:off x="3923269" y="4430730"/>
            <a:ext cx="6602627" cy="167461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t>Information and Communication Theory Lab,</a:t>
            </a:r>
          </a:p>
          <a:p>
            <a:r>
              <a:rPr lang="en-US" sz="1800" dirty="0"/>
              <a:t>Signal Processing Systems Group,</a:t>
            </a:r>
          </a:p>
          <a:p>
            <a:r>
              <a:rPr lang="en-US" sz="1800" dirty="0"/>
              <a:t>Department of Electrical Engineering,</a:t>
            </a:r>
          </a:p>
          <a:p>
            <a:r>
              <a:rPr lang="en-US" sz="1800" dirty="0"/>
              <a:t>Eindhoven University of Technology, The Netherlands</a:t>
            </a:r>
          </a:p>
          <a:p>
            <a:r>
              <a:rPr lang="en-US" sz="1800" dirty="0">
                <a:hlinkClick r:id="rId7"/>
              </a:rPr>
              <a:t>www.sps.tue.nl/ictlab/</a:t>
            </a:r>
            <a:endParaRPr lang="LID4096" sz="1800" dirty="0"/>
          </a:p>
        </p:txBody>
      </p:sp>
      <p:sp>
        <p:nvSpPr>
          <p:cNvPr id="23" name="Subtitle 2">
            <a:extLst>
              <a:ext uri="{FF2B5EF4-FFF2-40B4-BE49-F238E27FC236}">
                <a16:creationId xmlns:a16="http://schemas.microsoft.com/office/drawing/2014/main" id="{9E2E4A59-EA9B-FBC0-6379-DED769D380E9}"/>
              </a:ext>
            </a:extLst>
          </p:cNvPr>
          <p:cNvSpPr txBox="1">
            <a:spLocks/>
          </p:cNvSpPr>
          <p:nvPr/>
        </p:nvSpPr>
        <p:spPr>
          <a:xfrm>
            <a:off x="7381302" y="3317854"/>
            <a:ext cx="3296995" cy="8113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dirty="0"/>
              <a:t>Alex Alvarado</a:t>
            </a:r>
          </a:p>
          <a:p>
            <a:r>
              <a:rPr lang="en-US" sz="1800" dirty="0">
                <a:hlinkClick r:id="rId8"/>
              </a:rPr>
              <a:t>a.alvarado@tue.nl</a:t>
            </a:r>
            <a:endParaRPr lang="en-US" sz="1800" dirty="0"/>
          </a:p>
        </p:txBody>
      </p:sp>
    </p:spTree>
    <p:extLst>
      <p:ext uri="{BB962C8B-B14F-4D97-AF65-F5344CB8AC3E}">
        <p14:creationId xmlns:p14="http://schemas.microsoft.com/office/powerpoint/2010/main" val="3164876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1715</TotalTime>
  <Words>1492</Words>
  <Application>Microsoft Office PowerPoint</Application>
  <PresentationFormat>Widescreen</PresentationFormat>
  <Paragraphs>189</Paragraphs>
  <Slides>18</Slides>
  <Notes>18</Notes>
  <HiddenSlides>0</HiddenSlides>
  <MMClips>2</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Aptos Display</vt:lpstr>
      <vt:lpstr>Arial</vt:lpstr>
      <vt:lpstr>Wingdings</vt:lpstr>
      <vt:lpstr>Office Theme</vt:lpstr>
      <vt:lpstr>Decoding Manchester Coded Transmissions in Hardware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Kohnen, Zachary</dc:creator>
  <cp:lastModifiedBy>Kohnen, Zachary</cp:lastModifiedBy>
  <cp:revision>3</cp:revision>
  <dcterms:created xsi:type="dcterms:W3CDTF">2025-06-29T12:35:13Z</dcterms:created>
  <dcterms:modified xsi:type="dcterms:W3CDTF">2025-07-02T05:51:37Z</dcterms:modified>
</cp:coreProperties>
</file>